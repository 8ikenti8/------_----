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797675" cy="9929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5" d="100"/>
          <a:sy n="65" d="100"/>
        </p:scale>
        <p:origin x="48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1AB7B-2EA4-4823-94C6-97082E703AF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9F51A-79D8-4FAB-A02A-AC55891B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813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F51A-79D8-4FAB-A02A-AC55891BE35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055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6359D7-9E64-8C0A-7A96-221AFB0B7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F804B7-231B-971B-6167-A7E338D00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F91F1B-2124-35A0-F0CD-53101DE1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F1F4D-797A-4E71-8B84-71D63325319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68A34C-2152-F770-3AD4-B0CC3FF3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89A721-94C7-C68E-211B-694428C3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15C0-45BE-46CD-A8BA-2FEF0EF10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45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27353-E44F-4643-40D6-EFA78E8D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9B2DCD-C96E-473C-E62B-BED5BA7BE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3B743C-D5A4-1C06-4ACC-87D08B92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F1F4D-797A-4E71-8B84-71D63325319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98A54F-0FB6-C643-25C7-F36E58012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08201F-61A7-7A18-E953-F300EEAB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15C0-45BE-46CD-A8BA-2FEF0EF10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997D2-53A3-498C-5186-7A6FE2A1F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DF1D56-8195-F19F-2B5A-2C547AF83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95CD0C-B06B-D71A-AF51-E35C6B943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F1F4D-797A-4E71-8B84-71D63325319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47443D-7E92-F20E-16E7-E5138A743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DDF7E9-19D8-9619-8873-7D32AF4B9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15C0-45BE-46CD-A8BA-2FEF0EF10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022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8FC0A-86BB-6F97-329C-AC3375B06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01322E-3108-544D-4670-DC122C2FB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E61F96-C050-EB89-9D06-06E18B3BC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047B9B-67B2-1F8D-8F3D-153C8C26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F1F4D-797A-4E71-8B84-71D63325319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FE4E22B-A4A8-31DB-2353-6BD147E4C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C6ACA2-0BA4-39D6-08A1-CDA491C5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15C0-45BE-46CD-A8BA-2FEF0EF10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553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CC21E-3061-BE90-6EAE-208526E67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97BB1D-604E-D48D-9EFB-A54DDEFD1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44FA4C-7365-D17C-2B17-29411C5F7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802ADA6-F4D2-C965-A8FD-67E18F72F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E7B2A5-1191-80FA-5445-B876E9AB2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A0BD663-D948-1C7A-011B-897A6734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F1F4D-797A-4E71-8B84-71D63325319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7A94F01-95A9-888A-60A7-A720DFEA7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D437DBD-6E8A-C151-FF5F-651CC5E15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15C0-45BE-46CD-A8BA-2FEF0EF10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625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C12A5-906A-5D70-32F2-612478CAF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7311FD-DF85-0FA0-62A7-F704F227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F1F4D-797A-4E71-8B84-71D63325319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2041C5-AD4B-220F-F2C4-5D3266BB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AC8584-711E-8831-4799-966F3E53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15C0-45BE-46CD-A8BA-2FEF0EF10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89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88894E1-77FE-63D8-6E9F-3CEB373C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F1F4D-797A-4E71-8B84-71D63325319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8B1AF88-5526-DA24-6C43-76F44C4C0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E7F4AB-4A8F-8165-AC1D-DC3B81E55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15C0-45BE-46CD-A8BA-2FEF0EF10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87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09CC6-D281-B1B2-3E32-8B8A09C51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CA3DC8-C3A4-6164-7718-AB60C0FE6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A321C3-9F45-803F-88CA-D44811CD6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0872E2-18F0-1532-8593-EBF04D3F1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F1F4D-797A-4E71-8B84-71D63325319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8B4DC1-6483-62D3-754E-FAB31C8B3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7069F8-229A-5C74-3D46-00C79DCD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15C0-45BE-46CD-A8BA-2FEF0EF10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430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7ABB4B-CABE-6717-CEB5-F72CB2480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55739F8-C873-D853-AEC9-DF2D9961D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9904C04-0E5D-1F25-47AA-AF869D746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29D8F9-E815-C875-290B-7F46455A0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F1F4D-797A-4E71-8B84-71D63325319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8DC08D-3615-EB7E-23F7-CEC3E7F7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DC19F1-2A5B-78D8-A114-B5BD0F5F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15C0-45BE-46CD-A8BA-2FEF0EF10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982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6910CF-0596-4CEF-A231-F417D21F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364B8D-BD37-1CE1-DA31-33C5838F8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DE2A55-22DF-AC77-AE05-E137B667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F1F4D-797A-4E71-8B84-71D63325319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0FFBCF-DEEA-EC94-41FC-A714CF02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D47B6F-6148-7796-789D-EB65CE14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15C0-45BE-46CD-A8BA-2FEF0EF10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20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95435C3-FF9D-2F76-90B4-E2EE42A5E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763E16-74E3-67CF-357F-707040A90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DA40D0-DB1D-DAE0-D37B-EBFBA39A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F1F4D-797A-4E71-8B84-71D63325319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6308CB-AFE5-C163-BB1B-D7F52BA3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DD66F0-E8D4-0E5B-ED7E-68B25F13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915C0-45BE-46CD-A8BA-2FEF0EF10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8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6A307-07B5-AC78-103F-6718B81C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FAA4A1-54FD-DA44-8078-D5D093EFD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1FC9D1-3D90-588A-9AB1-D303852D9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F1F4D-797A-4E71-8B84-71D63325319D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6D96EE-B3E1-F3BF-DD87-03F11150E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A94873-4A3B-231D-B23A-BC9280821E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915C0-45BE-46CD-A8BA-2FEF0EF109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958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4DCE2F-8AF1-430F-A352-5BF2DA0D4E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D6300B2-D4BE-CE80-93AB-0A49E02050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51BC3D-DFD7-DFA0-D630-46AADA5AC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594"/>
            <a:ext cx="12191999" cy="68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37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DAEAC6-9A6B-2458-FAFC-3EA295CFA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2739"/>
            <a:ext cx="12192000" cy="694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40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9FB95E-6CAF-DFFC-35E0-33476BE7A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762"/>
            <a:ext cx="12192000" cy="695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957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994F08-1FC9-6224-0407-DB4500CC9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762"/>
            <a:ext cx="12192000" cy="695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99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3755A6-6993-8B43-57C3-774A42A63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2" y="-47762"/>
            <a:ext cx="12232190" cy="697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33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A46391-1F2D-9F3F-214D-6462D7C54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678" y="-80653"/>
            <a:ext cx="12332677" cy="698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18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CE5785-DA09-32B4-F8C9-A25EF7F91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762"/>
            <a:ext cx="12192000" cy="695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52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2D932F-CCC5-264C-502E-5915C9822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762"/>
            <a:ext cx="12192000" cy="695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98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5BB1CD-99B7-51F2-379D-99EAAD8D7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762"/>
            <a:ext cx="12192000" cy="695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52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376D2E-B5E9-D250-7350-7F28D69E5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762"/>
            <a:ext cx="12192000" cy="695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404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245BE4-1501-1F33-51FE-A4756ADE9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762"/>
            <a:ext cx="12192000" cy="695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47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</Words>
  <Application>Microsoft Office PowerPoint</Application>
  <PresentationFormat>Широкоэкранный</PresentationFormat>
  <Paragraphs>1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Ролдугин Владимир Дмитриевич</dc:creator>
  <cp:lastModifiedBy>Ролдугин Владимир Дмитриевич</cp:lastModifiedBy>
  <cp:revision>2</cp:revision>
  <cp:lastPrinted>2026-02-02T09:00:19Z</cp:lastPrinted>
  <dcterms:created xsi:type="dcterms:W3CDTF">2026-02-02T08:50:51Z</dcterms:created>
  <dcterms:modified xsi:type="dcterms:W3CDTF">2026-02-02T09:04:03Z</dcterms:modified>
</cp:coreProperties>
</file>