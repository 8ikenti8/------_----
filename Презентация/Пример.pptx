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1pPr>
    <a:lvl2pPr marL="0" marR="0" indent="4572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2pPr>
    <a:lvl3pPr marL="0" marR="0" indent="9144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3pPr>
    <a:lvl4pPr marL="0" marR="0" indent="13716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4pPr>
    <a:lvl5pPr marL="0" marR="0" indent="18288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5pPr>
    <a:lvl6pPr marL="0" marR="0" indent="22860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6pPr>
    <a:lvl7pPr marL="0" marR="0" indent="27432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7pPr>
    <a:lvl8pPr marL="0" marR="0" indent="32004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8pPr>
    <a:lvl9pPr marL="0" marR="0" indent="3657600" algn="l" defTabSz="65024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6EE"/>
          </a:solidFill>
        </a:fill>
      </a:tcStyle>
    </a:wholeTbl>
    <a:band2H>
      <a:tcTxStyle/>
      <a:tcStyle>
        <a:tcBdr/>
        <a:fill>
          <a:solidFill>
            <a:srgbClr val="E8F3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E7CB"/>
          </a:solidFill>
        </a:fill>
      </a:tcStyle>
    </a:wholeTbl>
    <a:band2H>
      <a:tcTxStyle/>
      <a:tcStyle>
        <a:tcBdr/>
        <a:fill>
          <a:solidFill>
            <a:srgbClr val="EEF3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CCCD"/>
          </a:solidFill>
        </a:fill>
      </a:tcStyle>
    </a:wholeTbl>
    <a:band2H>
      <a:tcTxStyle/>
      <a:tcStyle>
        <a:tcBdr/>
        <a:fill>
          <a:solidFill>
            <a:srgbClr val="F7E7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1384" y="-76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4" name="Shape 18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847089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50240" latinLnBrk="0">
      <a:defRPr sz="1600">
        <a:latin typeface="+mn-lt"/>
        <a:ea typeface="+mn-ea"/>
        <a:cs typeface="+mn-cs"/>
        <a:sym typeface="Corbel"/>
      </a:defRPr>
    </a:lvl1pPr>
    <a:lvl2pPr indent="228600" defTabSz="650240" latinLnBrk="0">
      <a:defRPr sz="1600">
        <a:latin typeface="+mn-lt"/>
        <a:ea typeface="+mn-ea"/>
        <a:cs typeface="+mn-cs"/>
        <a:sym typeface="Corbel"/>
      </a:defRPr>
    </a:lvl2pPr>
    <a:lvl3pPr indent="457200" defTabSz="650240" latinLnBrk="0">
      <a:defRPr sz="1600">
        <a:latin typeface="+mn-lt"/>
        <a:ea typeface="+mn-ea"/>
        <a:cs typeface="+mn-cs"/>
        <a:sym typeface="Corbel"/>
      </a:defRPr>
    </a:lvl3pPr>
    <a:lvl4pPr indent="685800" defTabSz="650240" latinLnBrk="0">
      <a:defRPr sz="1600">
        <a:latin typeface="+mn-lt"/>
        <a:ea typeface="+mn-ea"/>
        <a:cs typeface="+mn-cs"/>
        <a:sym typeface="Corbel"/>
      </a:defRPr>
    </a:lvl4pPr>
    <a:lvl5pPr indent="914400" defTabSz="650240" latinLnBrk="0">
      <a:defRPr sz="1600">
        <a:latin typeface="+mn-lt"/>
        <a:ea typeface="+mn-ea"/>
        <a:cs typeface="+mn-cs"/>
        <a:sym typeface="Corbel"/>
      </a:defRPr>
    </a:lvl5pPr>
    <a:lvl6pPr indent="1143000" defTabSz="650240" latinLnBrk="0">
      <a:defRPr sz="1600">
        <a:latin typeface="+mn-lt"/>
        <a:ea typeface="+mn-ea"/>
        <a:cs typeface="+mn-cs"/>
        <a:sym typeface="Corbel"/>
      </a:defRPr>
    </a:lvl6pPr>
    <a:lvl7pPr indent="1371600" defTabSz="650240" latinLnBrk="0">
      <a:defRPr sz="1600">
        <a:latin typeface="+mn-lt"/>
        <a:ea typeface="+mn-ea"/>
        <a:cs typeface="+mn-cs"/>
        <a:sym typeface="Corbel"/>
      </a:defRPr>
    </a:lvl7pPr>
    <a:lvl8pPr indent="1600200" defTabSz="650240" latinLnBrk="0">
      <a:defRPr sz="1600">
        <a:latin typeface="+mn-lt"/>
        <a:ea typeface="+mn-ea"/>
        <a:cs typeface="+mn-cs"/>
        <a:sym typeface="Corbel"/>
      </a:defRPr>
    </a:lvl8pPr>
    <a:lvl9pPr indent="1828800" defTabSz="650240" latinLnBrk="0">
      <a:defRPr sz="1600">
        <a:latin typeface="+mn-lt"/>
        <a:ea typeface="+mn-ea"/>
        <a:cs typeface="+mn-cs"/>
        <a:sym typeface="Corbe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141170" y="2604211"/>
            <a:ext cx="7802882" cy="3472282"/>
          </a:xfrm>
          <a:prstGeom prst="rect">
            <a:avLst/>
          </a:prstGeom>
        </p:spPr>
        <p:txBody>
          <a:bodyPr anchor="b"/>
          <a:lstStyle>
            <a:lvl1pPr>
              <a:defRPr sz="8200" spc="-138"/>
            </a:lvl1pPr>
          </a:lstStyle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173349" y="6200795"/>
            <a:ext cx="7802881" cy="975361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None/>
              <a:defRPr sz="3000">
                <a:solidFill>
                  <a:srgbClr val="D9F1F6"/>
                </a:solidFill>
              </a:defRPr>
            </a:lvl1pPr>
            <a:lvl2pPr marL="0" indent="457200">
              <a:buClrTx/>
              <a:buSzTx/>
              <a:buNone/>
              <a:defRPr sz="3000">
                <a:solidFill>
                  <a:srgbClr val="D9F1F6"/>
                </a:solidFill>
              </a:defRPr>
            </a:lvl2pPr>
            <a:lvl3pPr marL="0" indent="914400">
              <a:buClrTx/>
              <a:buSzTx/>
              <a:buNone/>
              <a:defRPr sz="3000">
                <a:solidFill>
                  <a:srgbClr val="D9F1F6"/>
                </a:solidFill>
              </a:defRPr>
            </a:lvl3pPr>
            <a:lvl4pPr marL="0" indent="1371600">
              <a:buClrTx/>
              <a:buSzTx/>
              <a:buNone/>
              <a:defRPr sz="3000">
                <a:solidFill>
                  <a:srgbClr val="D9F1F6"/>
                </a:solidFill>
              </a:defRPr>
            </a:lvl4pPr>
            <a:lvl5pPr marL="0" indent="1828800">
              <a:buClrTx/>
              <a:buSzTx/>
              <a:buNone/>
              <a:defRPr sz="3000">
                <a:solidFill>
                  <a:srgbClr val="D9F1F6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269779" y="2417959"/>
            <a:ext cx="3143982" cy="4907930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127219" y="2140915"/>
            <a:ext cx="7802881" cy="5462017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/>
          <p:cNvSpPr/>
          <p:nvPr/>
        </p:nvSpPr>
        <p:spPr>
          <a:xfrm>
            <a:off x="0" y="2028748"/>
            <a:ext cx="3673163" cy="568635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3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125772" y="2604211"/>
            <a:ext cx="7802882" cy="3472282"/>
          </a:xfrm>
          <a:prstGeom prst="rect">
            <a:avLst/>
          </a:prstGeom>
        </p:spPr>
        <p:txBody>
          <a:bodyPr anchor="b"/>
          <a:lstStyle>
            <a:lvl1pPr>
              <a:defRPr sz="8200" spc="-138">
                <a:solidFill>
                  <a:srgbClr val="595959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3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145279" y="6203289"/>
            <a:ext cx="7802882" cy="975361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None/>
              <a:defRPr sz="3000">
                <a:solidFill>
                  <a:srgbClr val="595959"/>
                </a:solidFill>
              </a:defRPr>
            </a:lvl1pPr>
            <a:lvl2pPr marL="0" indent="457200">
              <a:buClrTx/>
              <a:buSzTx/>
              <a:buNone/>
              <a:defRPr sz="3000">
                <a:solidFill>
                  <a:srgbClr val="595959"/>
                </a:solidFill>
              </a:defRPr>
            </a:lvl2pPr>
            <a:lvl3pPr marL="0" indent="914400">
              <a:buClrTx/>
              <a:buSzTx/>
              <a:buNone/>
              <a:defRPr sz="3000">
                <a:solidFill>
                  <a:srgbClr val="595959"/>
                </a:solidFill>
              </a:defRPr>
            </a:lvl3pPr>
            <a:lvl4pPr marL="0" indent="1371600">
              <a:buClrTx/>
              <a:buSzTx/>
              <a:buNone/>
              <a:defRPr sz="3000">
                <a:solidFill>
                  <a:srgbClr val="595959"/>
                </a:solidFill>
              </a:defRPr>
            </a:lvl4pPr>
            <a:lvl5pPr marL="0" indent="1828800">
              <a:buClrTx/>
              <a:buSzTx/>
              <a:buNone/>
              <a:defRPr sz="3000">
                <a:solidFill>
                  <a:srgbClr val="595959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6"/>
          <p:cNvSpPr/>
          <p:nvPr/>
        </p:nvSpPr>
        <p:spPr>
          <a:xfrm>
            <a:off x="0" y="2028748"/>
            <a:ext cx="3673163" cy="568635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40" name="Rectangle 37"/>
          <p:cNvSpPr/>
          <p:nvPr/>
        </p:nvSpPr>
        <p:spPr>
          <a:xfrm>
            <a:off x="12603588" y="2028748"/>
            <a:ext cx="409652" cy="5686350"/>
          </a:xfrm>
          <a:prstGeom prst="rect">
            <a:avLst/>
          </a:prstGeom>
          <a:solidFill>
            <a:srgbClr val="C8C8C8">
              <a:alpha val="49804"/>
            </a:srgbClr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4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269779" y="2417959"/>
            <a:ext cx="3143982" cy="4907930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125772" y="2145791"/>
            <a:ext cx="3706369" cy="546201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6"/>
          <p:cNvSpPr/>
          <p:nvPr/>
        </p:nvSpPr>
        <p:spPr>
          <a:xfrm>
            <a:off x="0" y="2028748"/>
            <a:ext cx="3673163" cy="568635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51" name="Rectangle 37"/>
          <p:cNvSpPr/>
          <p:nvPr/>
        </p:nvSpPr>
        <p:spPr>
          <a:xfrm>
            <a:off x="12603588" y="2028748"/>
            <a:ext cx="409652" cy="5686350"/>
          </a:xfrm>
          <a:prstGeom prst="rect">
            <a:avLst/>
          </a:prstGeom>
          <a:solidFill>
            <a:srgbClr val="C8C8C8">
              <a:alpha val="49804"/>
            </a:srgbClr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5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269779" y="2417959"/>
            <a:ext cx="3143982" cy="4907930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125772" y="2311024"/>
            <a:ext cx="3706369" cy="86156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ClrTx/>
              <a:buSzTx/>
              <a:buNone/>
              <a:defRPr sz="2800">
                <a:solidFill>
                  <a:srgbClr val="595959"/>
                </a:solidFill>
              </a:defRPr>
            </a:lvl1pPr>
            <a:lvl2pPr marL="0" indent="457200">
              <a:spcBef>
                <a:spcPts val="0"/>
              </a:spcBef>
              <a:buClrTx/>
              <a:buSzTx/>
              <a:buNone/>
              <a:defRPr sz="2800">
                <a:solidFill>
                  <a:srgbClr val="595959"/>
                </a:solidFill>
              </a:defRPr>
            </a:lvl2pPr>
            <a:lvl3pPr marL="0" indent="914400">
              <a:spcBef>
                <a:spcPts val="0"/>
              </a:spcBef>
              <a:buClrTx/>
              <a:buSzTx/>
              <a:buNone/>
              <a:defRPr sz="2800">
                <a:solidFill>
                  <a:srgbClr val="595959"/>
                </a:solidFill>
              </a:defRPr>
            </a:lvl3pPr>
            <a:lvl4pPr marL="0" indent="1371600">
              <a:spcBef>
                <a:spcPts val="0"/>
              </a:spcBef>
              <a:buClrTx/>
              <a:buSzTx/>
              <a:buNone/>
              <a:defRPr sz="2800">
                <a:solidFill>
                  <a:srgbClr val="595959"/>
                </a:solidFill>
              </a:defRPr>
            </a:lvl4pPr>
            <a:lvl5pPr marL="0" indent="1828800">
              <a:spcBef>
                <a:spcPts val="0"/>
              </a:spcBef>
              <a:buClrTx/>
              <a:buSzTx/>
              <a:buNone/>
              <a:defRPr sz="2800">
                <a:solidFill>
                  <a:srgbClr val="595959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339694" y="2311024"/>
            <a:ext cx="3706369" cy="867384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0"/>
              </a:spcBef>
              <a:buClrTx/>
              <a:buSzTx/>
              <a:buNone/>
              <a:defRPr sz="2800">
                <a:solidFill>
                  <a:srgbClr val="595959"/>
                </a:solidFill>
              </a:defRPr>
            </a:pPr>
            <a:endParaRPr/>
          </a:p>
        </p:txBody>
      </p:sp>
      <p:sp>
        <p:nvSpPr>
          <p:cNvPr id="5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0" y="2028748"/>
            <a:ext cx="3673163" cy="568635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63" name="Rectangle 37"/>
          <p:cNvSpPr/>
          <p:nvPr/>
        </p:nvSpPr>
        <p:spPr>
          <a:xfrm>
            <a:off x="12603588" y="2028748"/>
            <a:ext cx="409652" cy="5686350"/>
          </a:xfrm>
          <a:prstGeom prst="rect">
            <a:avLst/>
          </a:prstGeom>
          <a:solidFill>
            <a:srgbClr val="C8C8C8">
              <a:alpha val="49804"/>
            </a:srgbClr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6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269779" y="2417959"/>
            <a:ext cx="3143982" cy="4907930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6"/>
          <p:cNvSpPr/>
          <p:nvPr/>
        </p:nvSpPr>
        <p:spPr>
          <a:xfrm>
            <a:off x="0" y="2028748"/>
            <a:ext cx="3673163" cy="568635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80" name="Rectangle 37"/>
          <p:cNvSpPr/>
          <p:nvPr/>
        </p:nvSpPr>
        <p:spPr>
          <a:xfrm>
            <a:off x="12603588" y="2028748"/>
            <a:ext cx="409652" cy="5686350"/>
          </a:xfrm>
          <a:prstGeom prst="rect">
            <a:avLst/>
          </a:prstGeom>
          <a:solidFill>
            <a:srgbClr val="C8C8C8">
              <a:alpha val="49804"/>
            </a:srgbClr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8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273100" y="2438399"/>
            <a:ext cx="3023617" cy="2535937"/>
          </a:xfrm>
          <a:prstGeom prst="rect">
            <a:avLst/>
          </a:prstGeom>
        </p:spPr>
        <p:txBody>
          <a:bodyPr anchor="b"/>
          <a:lstStyle>
            <a:lvl1pPr>
              <a:defRPr sz="4400" spc="-82"/>
            </a:lvl1pPr>
          </a:lstStyle>
          <a:p>
            <a:r>
              <a:t>Текст заголовка</a:t>
            </a:r>
          </a:p>
        </p:txBody>
      </p:sp>
      <p:sp>
        <p:nvSpPr>
          <p:cNvPr id="82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125772" y="2145791"/>
            <a:ext cx="7802882" cy="546201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273100" y="4946320"/>
            <a:ext cx="3023617" cy="2476791"/>
          </a:xfrm>
          <a:prstGeom prst="rect">
            <a:avLst/>
          </a:prstGeom>
        </p:spPr>
        <p:txBody>
          <a:bodyPr anchor="t"/>
          <a:lstStyle/>
          <a:p>
            <a:pPr marL="0" indent="0">
              <a:lnSpc>
                <a:spcPct val="100000"/>
              </a:lnSpc>
              <a:buClrTx/>
              <a:buSzTx/>
              <a:buNone/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/>
          <p:cNvSpPr/>
          <p:nvPr/>
        </p:nvSpPr>
        <p:spPr>
          <a:xfrm>
            <a:off x="0" y="2028748"/>
            <a:ext cx="3673163" cy="568635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92" name="Rectangle 37"/>
          <p:cNvSpPr/>
          <p:nvPr/>
        </p:nvSpPr>
        <p:spPr>
          <a:xfrm>
            <a:off x="12603588" y="2028748"/>
            <a:ext cx="409652" cy="5686350"/>
          </a:xfrm>
          <a:prstGeom prst="rect">
            <a:avLst/>
          </a:prstGeom>
          <a:solidFill>
            <a:srgbClr val="C8C8C8">
              <a:alpha val="49804"/>
            </a:srgbClr>
          </a:solidFill>
          <a:ln w="12700">
            <a:miter lim="400000"/>
          </a:ln>
        </p:spPr>
        <p:txBody>
          <a:bodyPr lIns="48767" tIns="48767" rIns="48767" bIns="48767"/>
          <a:lstStyle/>
          <a:p>
            <a:endParaRPr/>
          </a:p>
        </p:txBody>
      </p:sp>
      <p:sp>
        <p:nvSpPr>
          <p:cNvPr id="9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273100" y="2438399"/>
            <a:ext cx="3023617" cy="2535937"/>
          </a:xfrm>
          <a:prstGeom prst="rect">
            <a:avLst/>
          </a:prstGeom>
        </p:spPr>
        <p:txBody>
          <a:bodyPr anchor="b"/>
          <a:lstStyle>
            <a:lvl1pPr>
              <a:defRPr sz="4400" spc="-82"/>
            </a:lvl1pPr>
          </a:lstStyle>
          <a:p>
            <a:r>
              <a:t>Текст заголовка</a:t>
            </a:r>
          </a:p>
        </p:txBody>
      </p:sp>
      <p:sp>
        <p:nvSpPr>
          <p:cNvPr id="9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808686" y="2037780"/>
            <a:ext cx="8656247" cy="56863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5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273100" y="4945075"/>
            <a:ext cx="3023617" cy="247741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buClrTx/>
              <a:buSzTx/>
              <a:buNone/>
              <a:defRPr sz="1800">
                <a:solidFill>
                  <a:srgbClr val="FFFFFF"/>
                </a:solidFill>
              </a:defRPr>
            </a:lvl1pPr>
            <a:lvl2pPr marL="0" indent="457200">
              <a:lnSpc>
                <a:spcPct val="100000"/>
              </a:lnSpc>
              <a:buClrTx/>
              <a:buSzTx/>
              <a:buNone/>
              <a:defRPr sz="1800">
                <a:solidFill>
                  <a:srgbClr val="FFFFFF"/>
                </a:solidFill>
              </a:defRPr>
            </a:lvl2pPr>
            <a:lvl3pPr marL="0" indent="914400">
              <a:lnSpc>
                <a:spcPct val="100000"/>
              </a:lnSpc>
              <a:buClrTx/>
              <a:buSzTx/>
              <a:buNone/>
              <a:defRPr sz="1800">
                <a:solidFill>
                  <a:srgbClr val="FFFFFF"/>
                </a:solidFill>
              </a:defRPr>
            </a:lvl3pPr>
            <a:lvl4pPr marL="0" indent="1371600">
              <a:lnSpc>
                <a:spcPct val="100000"/>
              </a:lnSpc>
              <a:buClrTx/>
              <a:buSzTx/>
              <a:buNone/>
              <a:defRPr sz="1800">
                <a:solidFill>
                  <a:srgbClr val="FFFFFF"/>
                </a:solidFill>
              </a:defRPr>
            </a:lvl4pPr>
            <a:lvl5pPr marL="0" indent="1828800">
              <a:lnSpc>
                <a:spcPct val="100000"/>
              </a:lnSpc>
              <a:buClrTx/>
              <a:buSzTx/>
              <a:buNone/>
              <a:defRPr sz="18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25599" y="2416387"/>
            <a:ext cx="9753602" cy="2546774"/>
          </a:xfrm>
          <a:prstGeom prst="rect">
            <a:avLst/>
          </a:prstGeom>
        </p:spPr>
        <p:txBody>
          <a:bodyPr anchor="b"/>
          <a:lstStyle>
            <a:lvl1pPr algn="ctr">
              <a:defRPr sz="840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25599" y="5061373"/>
            <a:ext cx="9753602" cy="176614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1400"/>
              </a:spcBef>
              <a:buClrTx/>
              <a:buSzTx/>
              <a:buNone/>
              <a:defRPr sz="3400">
                <a:latin typeface="Calibri"/>
                <a:ea typeface="Calibri"/>
                <a:cs typeface="Calibri"/>
                <a:sym typeface="Calibri"/>
              </a:defRPr>
            </a:lvl1pPr>
            <a:lvl2pPr marL="0" indent="457200" algn="ctr">
              <a:spcBef>
                <a:spcPts val="1400"/>
              </a:spcBef>
              <a:buClrTx/>
              <a:buSzTx/>
              <a:buNone/>
              <a:defRPr sz="3400">
                <a:latin typeface="Calibri"/>
                <a:ea typeface="Calibri"/>
                <a:cs typeface="Calibri"/>
                <a:sym typeface="Calibri"/>
              </a:defRPr>
            </a:lvl2pPr>
            <a:lvl3pPr marL="0" indent="914400" algn="ctr">
              <a:spcBef>
                <a:spcPts val="1400"/>
              </a:spcBef>
              <a:buClrTx/>
              <a:buSzTx/>
              <a:buNone/>
              <a:defRPr sz="3400">
                <a:latin typeface="Calibri"/>
                <a:ea typeface="Calibri"/>
                <a:cs typeface="Calibri"/>
                <a:sym typeface="Calibri"/>
              </a:defRPr>
            </a:lvl3pPr>
            <a:lvl4pPr marL="0" indent="1371600" algn="ctr">
              <a:spcBef>
                <a:spcPts val="1400"/>
              </a:spcBef>
              <a:buClrTx/>
              <a:buSzTx/>
              <a:buNone/>
              <a:defRPr sz="3400">
                <a:latin typeface="Calibri"/>
                <a:ea typeface="Calibri"/>
                <a:cs typeface="Calibri"/>
                <a:sym typeface="Calibri"/>
              </a:defRPr>
            </a:lvl4pPr>
            <a:lvl5pPr marL="0" indent="1828800" algn="ctr">
              <a:spcBef>
                <a:spcPts val="1400"/>
              </a:spcBef>
              <a:buClrTx/>
              <a:buSzTx/>
              <a:buNone/>
              <a:defRPr sz="3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4079" y="1608666"/>
            <a:ext cx="11216642" cy="1413935"/>
          </a:xfrm>
          <a:prstGeom prst="rect">
            <a:avLst/>
          </a:prstGeom>
        </p:spPr>
        <p:txBody>
          <a:bodyPr/>
          <a:lstStyle>
            <a:lvl1pPr>
              <a:defRPr sz="620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94079" y="3166533"/>
            <a:ext cx="11216642" cy="4641428"/>
          </a:xfrm>
          <a:prstGeom prst="rect">
            <a:avLst/>
          </a:prstGeom>
        </p:spPr>
        <p:txBody>
          <a:bodyPr anchor="t"/>
          <a:lstStyle>
            <a:lvl1pPr marL="310242" indent="-310242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1pPr>
            <a:lvl2pPr marL="819150" indent="-361950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2pPr>
            <a:lvl3pPr marL="1348739" indent="-434339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3pPr>
            <a:lvl4pPr marL="1854200" indent="-482600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4pPr>
            <a:lvl5pPr marL="2311400" indent="-482600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87306" y="3042920"/>
            <a:ext cx="11216641" cy="3042921"/>
          </a:xfrm>
          <a:prstGeom prst="rect">
            <a:avLst/>
          </a:prstGeom>
        </p:spPr>
        <p:txBody>
          <a:bodyPr anchor="b"/>
          <a:lstStyle>
            <a:lvl1pPr>
              <a:defRPr sz="840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87306" y="6114627"/>
            <a:ext cx="11216641" cy="16002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1400"/>
              </a:spcBef>
              <a:buClrTx/>
              <a:buSzTx/>
              <a:buNone/>
              <a:defRPr sz="3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1400"/>
              </a:spcBef>
              <a:buClrTx/>
              <a:buSzTx/>
              <a:buNone/>
              <a:defRPr sz="3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1400"/>
              </a:spcBef>
              <a:buClrTx/>
              <a:buSzTx/>
              <a:buNone/>
              <a:defRPr sz="3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1400"/>
              </a:spcBef>
              <a:buClrTx/>
              <a:buSzTx/>
              <a:buNone/>
              <a:defRPr sz="3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1400"/>
              </a:spcBef>
              <a:buClrTx/>
              <a:buSzTx/>
              <a:buNone/>
              <a:defRPr sz="3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4079" y="1608666"/>
            <a:ext cx="11216642" cy="1413935"/>
          </a:xfrm>
          <a:prstGeom prst="rect">
            <a:avLst/>
          </a:prstGeom>
        </p:spPr>
        <p:txBody>
          <a:bodyPr/>
          <a:lstStyle>
            <a:lvl1pPr>
              <a:defRPr sz="620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31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94079" y="3166533"/>
            <a:ext cx="5527041" cy="4641428"/>
          </a:xfrm>
          <a:prstGeom prst="rect">
            <a:avLst/>
          </a:prstGeom>
        </p:spPr>
        <p:txBody>
          <a:bodyPr anchor="t"/>
          <a:lstStyle>
            <a:lvl1pPr marL="310242" indent="-310242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1pPr>
            <a:lvl2pPr marL="819150" indent="-361950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2pPr>
            <a:lvl3pPr marL="1348739" indent="-434339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3pPr>
            <a:lvl4pPr marL="1854200" indent="-482600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4pPr>
            <a:lvl5pPr marL="2311400" indent="-482600">
              <a:spcBef>
                <a:spcPts val="1400"/>
              </a:spcBef>
              <a:buClrTx/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5773" y="1608666"/>
            <a:ext cx="11216642" cy="1413935"/>
          </a:xfrm>
          <a:prstGeom prst="rect">
            <a:avLst/>
          </a:prstGeom>
        </p:spPr>
        <p:txBody>
          <a:bodyPr/>
          <a:lstStyle>
            <a:lvl1pPr>
              <a:defRPr sz="620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4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95773" y="3012440"/>
            <a:ext cx="5501641" cy="8788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1400"/>
              </a:spcBef>
              <a:buClrTx/>
              <a:buSzTx/>
              <a:buNone/>
              <a:defRPr sz="3400" b="1"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1400"/>
              </a:spcBef>
              <a:buClrTx/>
              <a:buSzTx/>
              <a:buNone/>
              <a:defRPr sz="3400" b="1"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1400"/>
              </a:spcBef>
              <a:buClrTx/>
              <a:buSzTx/>
              <a:buNone/>
              <a:defRPr sz="3400" b="1"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1400"/>
              </a:spcBef>
              <a:buClrTx/>
              <a:buSzTx/>
              <a:buNone/>
              <a:defRPr sz="3400" b="1"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1400"/>
              </a:spcBef>
              <a:buClrTx/>
              <a:buSzTx/>
              <a:buNone/>
              <a:defRPr sz="3400" b="1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1" name="Текст 4"/>
          <p:cNvSpPr>
            <a:spLocks noGrp="1"/>
          </p:cNvSpPr>
          <p:nvPr>
            <p:ph type="body" sz="quarter" idx="21"/>
          </p:nvPr>
        </p:nvSpPr>
        <p:spPr>
          <a:xfrm>
            <a:off x="6583680" y="3012440"/>
            <a:ext cx="5528735" cy="878841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1400"/>
              </a:spcBef>
              <a:buClrTx/>
              <a:buSzTx/>
              <a:buNone/>
              <a:defRPr sz="3400" b="1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4079" y="1608666"/>
            <a:ext cx="11216642" cy="1413935"/>
          </a:xfrm>
          <a:prstGeom prst="rect">
            <a:avLst/>
          </a:prstGeom>
        </p:spPr>
        <p:txBody>
          <a:bodyPr/>
          <a:lstStyle>
            <a:lvl1pPr>
              <a:defRPr sz="620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5773" y="1706879"/>
            <a:ext cx="4194388" cy="1706881"/>
          </a:xfrm>
          <a:prstGeom prst="rect">
            <a:avLst/>
          </a:prstGeom>
        </p:spPr>
        <p:txBody>
          <a:bodyPr anchor="b"/>
          <a:lstStyle>
            <a:lvl1pPr>
              <a:defRPr sz="440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5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528733" y="2272453"/>
            <a:ext cx="6583682" cy="5198534"/>
          </a:xfrm>
          <a:prstGeom prst="rect">
            <a:avLst/>
          </a:prstGeom>
        </p:spPr>
        <p:txBody>
          <a:bodyPr anchor="t"/>
          <a:lstStyle>
            <a:lvl1pPr marL="314325" indent="-314325">
              <a:spcBef>
                <a:spcPts val="1400"/>
              </a:spcBef>
              <a:buClrTx/>
              <a:buFont typeface="Arial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816428" indent="-359228">
              <a:spcBef>
                <a:spcPts val="1400"/>
              </a:spcBef>
              <a:buClrTx/>
              <a:buFont typeface="Arial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33500" indent="-419100">
              <a:spcBef>
                <a:spcPts val="1400"/>
              </a:spcBef>
              <a:buClrTx/>
              <a:buFont typeface="Arial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74520" indent="-502920">
              <a:spcBef>
                <a:spcPts val="1400"/>
              </a:spcBef>
              <a:buClrTx/>
              <a:buFont typeface="Arial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331720" indent="-502920">
              <a:spcBef>
                <a:spcPts val="1400"/>
              </a:spcBef>
              <a:buClrTx/>
              <a:buFont typeface="Arial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6" name="Текст 3"/>
          <p:cNvSpPr>
            <a:spLocks noGrp="1"/>
          </p:cNvSpPr>
          <p:nvPr>
            <p:ph type="body" sz="quarter" idx="21"/>
          </p:nvPr>
        </p:nvSpPr>
        <p:spPr>
          <a:xfrm>
            <a:off x="895773" y="3413759"/>
            <a:ext cx="4194387" cy="4065695"/>
          </a:xfrm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1400"/>
              </a:spcBef>
              <a:buClrTx/>
              <a:buSzTx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5773" y="1706879"/>
            <a:ext cx="4194388" cy="1706881"/>
          </a:xfrm>
          <a:prstGeom prst="rect">
            <a:avLst/>
          </a:prstGeom>
        </p:spPr>
        <p:txBody>
          <a:bodyPr anchor="b"/>
          <a:lstStyle>
            <a:lvl1pPr>
              <a:defRPr sz="440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75" name="Рисунок 2"/>
          <p:cNvSpPr>
            <a:spLocks noGrp="1"/>
          </p:cNvSpPr>
          <p:nvPr>
            <p:ph type="pic" sz="half" idx="21"/>
          </p:nvPr>
        </p:nvSpPr>
        <p:spPr>
          <a:xfrm>
            <a:off x="5528733" y="2272453"/>
            <a:ext cx="6583682" cy="51985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7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95773" y="3413759"/>
            <a:ext cx="4194388" cy="4065695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1400"/>
              </a:spcBef>
              <a:buClrTx/>
              <a:buSzTx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1pPr>
            <a:lvl2pPr marL="0" indent="457200">
              <a:spcBef>
                <a:spcPts val="1400"/>
              </a:spcBef>
              <a:buClrTx/>
              <a:buSzTx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2pPr>
            <a:lvl3pPr marL="0" indent="914400">
              <a:spcBef>
                <a:spcPts val="1400"/>
              </a:spcBef>
              <a:buClrTx/>
              <a:buSzTx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3pPr>
            <a:lvl4pPr marL="0" indent="1371600">
              <a:spcBef>
                <a:spcPts val="1400"/>
              </a:spcBef>
              <a:buClrTx/>
              <a:buSzTx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4pPr>
            <a:lvl5pPr marL="0" indent="1828800">
              <a:spcBef>
                <a:spcPts val="1400"/>
              </a:spcBef>
              <a:buClrTx/>
              <a:buSzTx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794506" y="8040695"/>
            <a:ext cx="316215" cy="3066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48000">
              <a:srgbClr val="FAFAFA"/>
            </a:gs>
            <a:gs pos="100000">
              <a:srgbClr val="E6E6E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50239" y="1459009"/>
            <a:ext cx="11704322" cy="1325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50239" y="2784483"/>
            <a:ext cx="11704322" cy="511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662629" y="8024622"/>
            <a:ext cx="313437" cy="338837"/>
          </a:xfrm>
          <a:prstGeom prst="rect">
            <a:avLst/>
          </a:prstGeom>
          <a:ln w="12700">
            <a:miter lim="400000"/>
          </a:ln>
        </p:spPr>
        <p:txBody>
          <a:bodyPr wrap="none" lIns="48767" tIns="48767" rIns="48767" bIns="48767" anchor="ctr">
            <a:spAutoFit/>
          </a:bodyPr>
          <a:lstStyle>
            <a:lvl1pPr algn="r">
              <a:defRPr sz="16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txStyles>
    <p:titleStyle>
      <a:lvl1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1pPr>
      <a:lvl2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2pPr>
      <a:lvl3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3pPr>
      <a:lvl4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4pPr>
      <a:lvl5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5pPr>
      <a:lvl6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6pPr>
      <a:lvl7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7pPr>
      <a:lvl8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8pPr>
      <a:lvl9pPr marL="0" marR="0" indent="0" algn="l" defTabSz="13004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-83" baseline="0">
          <a:solidFill>
            <a:srgbClr val="FFFFFF"/>
          </a:solidFill>
          <a:uFillTx/>
          <a:latin typeface="+mn-lt"/>
          <a:ea typeface="+mn-ea"/>
          <a:cs typeface="+mn-cs"/>
          <a:sym typeface="Corbel"/>
        </a:defRPr>
      </a:lvl9pPr>
    </p:titleStyle>
    <p:bodyStyle>
      <a:lvl1pPr marL="402335" marR="0" indent="-402335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1pPr>
      <a:lvl2pPr marL="949960" marR="0" indent="-447040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2pPr>
      <a:lvl3pPr marL="1463040" marR="0" indent="-502920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3pPr>
      <a:lvl4pPr marL="1992085" marR="0" indent="-574765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4pPr>
      <a:lvl5pPr marL="2449285" marR="0" indent="-574765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5pPr>
      <a:lvl6pPr marL="3004457" marR="0" indent="-718457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6pPr>
      <a:lvl7pPr marL="3461656" marR="0" indent="-718456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7pPr>
      <a:lvl8pPr marL="3918856" marR="0" indent="-718456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8pPr>
      <a:lvl9pPr marL="4376056" marR="0" indent="-718456" algn="l" defTabSz="1300480" rtl="0" latinLnBrk="0">
        <a:lnSpc>
          <a:spcPct val="90000"/>
        </a:lnSpc>
        <a:spcBef>
          <a:spcPts val="170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9pPr>
    </p:bodyStyle>
    <p:otherStyle>
      <a:lvl1pPr marL="0" marR="0" indent="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1pPr>
      <a:lvl2pPr marL="0" marR="0" indent="45720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2pPr>
      <a:lvl3pPr marL="0" marR="0" indent="91440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3pPr>
      <a:lvl4pPr marL="0" marR="0" indent="137160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4pPr>
      <a:lvl5pPr marL="0" marR="0" indent="182880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5pPr>
      <a:lvl6pPr marL="0" marR="0" indent="228600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6pPr>
      <a:lvl7pPr marL="0" marR="0" indent="274320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7pPr>
      <a:lvl8pPr marL="0" marR="0" indent="320040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8pPr>
      <a:lvl9pPr marL="0" marR="0" indent="3657600" algn="r" defTabSz="6502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Заголовок 1"/>
          <p:cNvSpPr txBox="1">
            <a:spLocks noGrp="1"/>
          </p:cNvSpPr>
          <p:nvPr>
            <p:ph type="ctrTitle"/>
          </p:nvPr>
        </p:nvSpPr>
        <p:spPr>
          <a:xfrm>
            <a:off x="1101800" y="1852464"/>
            <a:ext cx="11184276" cy="272074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819302">
              <a:defRPr sz="3906" b="1" spc="-88">
                <a:solidFill>
                  <a:srgbClr val="10275F"/>
                </a:solidFill>
              </a:defRPr>
            </a:lvl1pPr>
          </a:lstStyle>
          <a:p>
            <a:r>
              <a:rPr sz="4600" dirty="0" err="1"/>
              <a:t>Разработка</a:t>
            </a:r>
            <a:r>
              <a:rPr sz="4600" dirty="0"/>
              <a:t> </a:t>
            </a:r>
            <a:r>
              <a:rPr sz="4600" dirty="0" err="1"/>
              <a:t>системы</a:t>
            </a:r>
            <a:r>
              <a:rPr sz="4600" dirty="0"/>
              <a:t> </a:t>
            </a:r>
            <a:r>
              <a:rPr sz="4600" dirty="0" err="1"/>
              <a:t>комплексного</a:t>
            </a:r>
            <a:r>
              <a:rPr sz="4600" dirty="0"/>
              <a:t> </a:t>
            </a:r>
            <a:r>
              <a:rPr sz="4600" dirty="0" err="1"/>
              <a:t>анализа</a:t>
            </a:r>
            <a:r>
              <a:rPr sz="4600" dirty="0"/>
              <a:t> </a:t>
            </a:r>
            <a:r>
              <a:rPr sz="4600" dirty="0" err="1"/>
              <a:t>производительности</a:t>
            </a:r>
            <a:r>
              <a:rPr sz="4600" dirty="0"/>
              <a:t> </a:t>
            </a:r>
            <a:r>
              <a:rPr sz="4600" dirty="0" err="1"/>
              <a:t>прикладного</a:t>
            </a:r>
            <a:r>
              <a:rPr sz="4600" dirty="0"/>
              <a:t> </a:t>
            </a:r>
            <a:r>
              <a:rPr sz="4600" dirty="0" err="1"/>
              <a:t>программного</a:t>
            </a:r>
            <a:r>
              <a:rPr sz="4600" dirty="0"/>
              <a:t> </a:t>
            </a:r>
            <a:r>
              <a:rPr sz="4600" dirty="0" err="1"/>
              <a:t>обеспечения</a:t>
            </a:r>
            <a:r>
              <a:rPr sz="4600" dirty="0"/>
              <a:t> </a:t>
            </a:r>
            <a:r>
              <a:rPr sz="4600" dirty="0" err="1"/>
              <a:t>на</a:t>
            </a:r>
            <a:r>
              <a:rPr sz="4600" dirty="0"/>
              <a:t> </a:t>
            </a:r>
            <a:r>
              <a:rPr sz="4600" dirty="0" err="1"/>
              <a:t>базе</a:t>
            </a:r>
            <a:r>
              <a:rPr sz="4600" dirty="0"/>
              <a:t> </a:t>
            </a:r>
            <a:r>
              <a:rPr sz="4600" dirty="0" err="1"/>
              <a:t>процессоров</a:t>
            </a:r>
            <a:r>
              <a:rPr sz="4600" dirty="0"/>
              <a:t> «</a:t>
            </a:r>
            <a:r>
              <a:rPr sz="4600" dirty="0" err="1"/>
              <a:t>Эльбрус</a:t>
            </a:r>
            <a:r>
              <a:rPr sz="4600" dirty="0"/>
              <a:t>»</a:t>
            </a:r>
          </a:p>
        </p:txBody>
      </p:sp>
      <p:sp>
        <p:nvSpPr>
          <p:cNvPr id="187" name="Подзаголовок 2"/>
          <p:cNvSpPr txBox="1">
            <a:spLocks noGrp="1"/>
          </p:cNvSpPr>
          <p:nvPr>
            <p:ph type="subTitle" sz="half" idx="1"/>
          </p:nvPr>
        </p:nvSpPr>
        <p:spPr>
          <a:xfrm>
            <a:off x="321099" y="5852129"/>
            <a:ext cx="12370144" cy="220757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defTabSz="1222451">
              <a:spcBef>
                <a:spcPts val="1600"/>
              </a:spcBef>
              <a:defRPr sz="3572">
                <a:solidFill>
                  <a:srgbClr val="000000"/>
                </a:solidFill>
              </a:defRPr>
            </a:pPr>
            <a:r>
              <a:rPr dirty="0" err="1"/>
              <a:t>Выполнила</a:t>
            </a:r>
            <a:r>
              <a:rPr dirty="0"/>
              <a:t>: </a:t>
            </a:r>
            <a:r>
              <a:rPr dirty="0" err="1"/>
              <a:t>студентка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Б19-513: </a:t>
            </a:r>
            <a:r>
              <a:rPr dirty="0" err="1"/>
              <a:t>Лосевская</a:t>
            </a:r>
            <a:r>
              <a:rPr dirty="0"/>
              <a:t> Е.Г.</a:t>
            </a:r>
          </a:p>
          <a:p>
            <a:pPr defTabSz="1222451">
              <a:spcBef>
                <a:spcPts val="1600"/>
              </a:spcBef>
              <a:defRPr sz="3572">
                <a:solidFill>
                  <a:srgbClr val="000000"/>
                </a:solidFill>
              </a:defRPr>
            </a:pPr>
            <a:r>
              <a:rPr dirty="0" err="1"/>
              <a:t>Руководитель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: </a:t>
            </a:r>
            <a:r>
              <a:rPr dirty="0" err="1"/>
              <a:t>Вавренюк</a:t>
            </a:r>
            <a:r>
              <a:rPr dirty="0"/>
              <a:t> А.Б., </a:t>
            </a:r>
            <a:r>
              <a:rPr dirty="0" err="1"/>
              <a:t>к.т.н</a:t>
            </a:r>
            <a:r>
              <a:rPr dirty="0"/>
              <a:t>., </a:t>
            </a:r>
            <a:r>
              <a:rPr dirty="0" err="1"/>
              <a:t>доцент</a:t>
            </a:r>
            <a:r>
              <a:rPr dirty="0"/>
              <a:t> НИЯУ МИФИ </a:t>
            </a:r>
          </a:p>
          <a:p>
            <a:pPr defTabSz="1222451">
              <a:spcBef>
                <a:spcPts val="1600"/>
              </a:spcBef>
              <a:defRPr sz="3572">
                <a:solidFill>
                  <a:srgbClr val="000000"/>
                </a:solidFill>
              </a:defRPr>
            </a:pP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: АО «МЦСТ»</a:t>
            </a:r>
          </a:p>
        </p:txBody>
      </p:sp>
      <p:sp>
        <p:nvSpPr>
          <p:cNvPr id="188" name="TextBox 5"/>
          <p:cNvSpPr txBox="1"/>
          <p:nvPr/>
        </p:nvSpPr>
        <p:spPr>
          <a:xfrm>
            <a:off x="4812959" y="8804471"/>
            <a:ext cx="3378882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>
            <a:spAutoFit/>
          </a:bodyPr>
          <a:lstStyle>
            <a:lvl1pPr>
              <a:defRPr sz="3600"/>
            </a:lvl1pPr>
          </a:lstStyle>
          <a:p>
            <a:r>
              <a:t>Москва, 2023г.</a:t>
            </a:r>
          </a:p>
        </p:txBody>
      </p:sp>
      <p:sp>
        <p:nvSpPr>
          <p:cNvPr id="189" name="TextBox 6"/>
          <p:cNvSpPr txBox="1"/>
          <p:nvPr/>
        </p:nvSpPr>
        <p:spPr>
          <a:xfrm>
            <a:off x="313557" y="5033833"/>
            <a:ext cx="12377686" cy="453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>
            <a:spAutoFit/>
          </a:bodyPr>
          <a:lstStyle/>
          <a:p>
            <a:r>
              <a:t>________________________________________________________________________________</a:t>
            </a:r>
          </a:p>
        </p:txBody>
      </p:sp>
      <p:sp>
        <p:nvSpPr>
          <p:cNvPr id="190" name="НАЦИОНАЛЬНЫЙ ИССЛЕДОВАТЕЛЬСКИЙ ЯДЕРНЫЙ УНИВЕРСИТЕТ «МИФИ»…"/>
          <p:cNvSpPr txBox="1"/>
          <p:nvPr/>
        </p:nvSpPr>
        <p:spPr>
          <a:xfrm>
            <a:off x="-1" y="196395"/>
            <a:ext cx="13004803" cy="1519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>
            <a:spAutoFit/>
          </a:bodyPr>
          <a:lstStyle/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cap="small"/>
              <a:t>НАЦИОНАЛЬНЫЙ ИССЛЕДОВАТЕЛЬСКИЙ ЯДЕРНЫЙ УНИВЕРСИТЕТ «МИФИ»</a:t>
            </a:r>
          </a:p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cap="small"/>
              <a:t>ИНСТИТУТ ИНТЕЛЛЕКТУАЛЬНЫХ КИБЕРНЕТИЧЕСКИХ СИСТЕМ</a:t>
            </a:r>
          </a:p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cap="small"/>
              <a:t>КАФЕДРА «КОМПЬЮТЕРНЫЕ СИСТЕМЫ И ТЕХНОЛОГИИ»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Объект 2"/>
          <p:cNvSpPr txBox="1">
            <a:spLocks noGrp="1"/>
          </p:cNvSpPr>
          <p:nvPr>
            <p:ph type="body" sz="quarter" idx="1"/>
          </p:nvPr>
        </p:nvSpPr>
        <p:spPr>
          <a:xfrm>
            <a:off x="525736" y="1564432"/>
            <a:ext cx="12097344" cy="190356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1079398">
              <a:spcBef>
                <a:spcPts val="1400"/>
              </a:spcBef>
              <a:buSzTx/>
              <a:buFont typeface="Wingdings 2"/>
              <a:buNone/>
              <a:defRPr sz="3652"/>
            </a:pPr>
            <a:r>
              <a:rPr dirty="0" err="1">
                <a:solidFill>
                  <a:srgbClr val="30445F"/>
                </a:solidFill>
              </a:rPr>
              <a:t>Цель</a:t>
            </a:r>
            <a:r>
              <a:rPr dirty="0">
                <a:solidFill>
                  <a:srgbClr val="30445F"/>
                </a:solidFill>
              </a:rPr>
              <a:t> </a:t>
            </a:r>
            <a:r>
              <a:rPr dirty="0" err="1">
                <a:solidFill>
                  <a:srgbClr val="30445F"/>
                </a:solidFill>
              </a:rPr>
              <a:t>работы</a:t>
            </a:r>
            <a:r>
              <a:rPr dirty="0"/>
              <a:t> —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комплексного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производительности</a:t>
            </a:r>
            <a:r>
              <a:rPr dirty="0"/>
              <a:t> </a:t>
            </a:r>
            <a:r>
              <a:rPr dirty="0" err="1"/>
              <a:t>программного</a:t>
            </a:r>
            <a:r>
              <a:rPr dirty="0"/>
              <a:t> </a:t>
            </a:r>
            <a:r>
              <a:rPr dirty="0" err="1"/>
              <a:t>обеспечения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узкие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</a:t>
            </a:r>
            <a:r>
              <a:rPr dirty="0" err="1"/>
              <a:t>программного</a:t>
            </a:r>
            <a:r>
              <a:rPr dirty="0"/>
              <a:t> </a:t>
            </a:r>
            <a:r>
              <a:rPr dirty="0" err="1"/>
              <a:t>обеспечения</a:t>
            </a:r>
            <a:r>
              <a:rPr dirty="0"/>
              <a:t>.</a:t>
            </a:r>
            <a:r>
              <a:rPr sz="1328" dirty="0"/>
              <a:t> </a:t>
            </a:r>
          </a:p>
        </p:txBody>
      </p:sp>
      <p:sp>
        <p:nvSpPr>
          <p:cNvPr id="193" name="Заголовок 1"/>
          <p:cNvSpPr txBox="1"/>
          <p:nvPr/>
        </p:nvSpPr>
        <p:spPr>
          <a:xfrm>
            <a:off x="565380" y="3570448"/>
            <a:ext cx="1976580" cy="123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defTabSz="1235455">
              <a:lnSpc>
                <a:spcPct val="90000"/>
              </a:lnSpc>
              <a:defRPr sz="4180" spc="-130">
                <a:solidFill>
                  <a:srgbClr val="30445F"/>
                </a:solidFill>
              </a:defRPr>
            </a:lvl1pPr>
          </a:lstStyle>
          <a:p>
            <a:r>
              <a:rPr sz="3650" dirty="0" err="1" smtClean="0"/>
              <a:t>Зада</a:t>
            </a:r>
            <a:r>
              <a:rPr lang="ru-RU" sz="3650" dirty="0" smtClean="0"/>
              <a:t>ч</a:t>
            </a:r>
            <a:r>
              <a:rPr sz="3650" dirty="0" smtClean="0"/>
              <a:t>и</a:t>
            </a:r>
            <a:r>
              <a:rPr sz="3650" dirty="0"/>
              <a:t>:</a:t>
            </a:r>
          </a:p>
        </p:txBody>
      </p:sp>
      <p:sp>
        <p:nvSpPr>
          <p:cNvPr id="195" name="Объект 2"/>
          <p:cNvSpPr txBox="1"/>
          <p:nvPr/>
        </p:nvSpPr>
        <p:spPr>
          <a:xfrm>
            <a:off x="2241795" y="3796680"/>
            <a:ext cx="10525301" cy="5249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 lnSpcReduction="10000"/>
          </a:bodyPr>
          <a:lstStyle/>
          <a:p>
            <a:pPr marL="364746" indent="-364746" defTabSz="1053388">
              <a:lnSpc>
                <a:spcPct val="120000"/>
              </a:lnSpc>
              <a:spcBef>
                <a:spcPts val="1300"/>
              </a:spcBef>
              <a:buSzPct val="100000"/>
              <a:buChar char="-"/>
              <a:defRPr sz="3564"/>
            </a:pPr>
            <a:r>
              <a:rPr dirty="0" err="1"/>
              <a:t>Изучение</a:t>
            </a:r>
            <a:r>
              <a:rPr dirty="0"/>
              <a:t>, </a:t>
            </a:r>
            <a:r>
              <a:rPr dirty="0" err="1"/>
              <a:t>анализ</a:t>
            </a:r>
            <a:r>
              <a:rPr dirty="0"/>
              <a:t> и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существующих</a:t>
            </a:r>
            <a:r>
              <a:rPr dirty="0"/>
              <a:t> </a:t>
            </a:r>
            <a:r>
              <a:rPr dirty="0" err="1"/>
              <a:t>утилит</a:t>
            </a:r>
            <a:r>
              <a:rPr dirty="0"/>
              <a:t> </a:t>
            </a:r>
            <a:r>
              <a:rPr dirty="0" err="1"/>
              <a:t>сбора</a:t>
            </a:r>
            <a:r>
              <a:rPr dirty="0"/>
              <a:t> </a:t>
            </a:r>
            <a:r>
              <a:rPr dirty="0" err="1"/>
              <a:t>статистики</a:t>
            </a:r>
            <a:r>
              <a:rPr dirty="0"/>
              <a:t> </a:t>
            </a:r>
            <a:r>
              <a:rPr dirty="0" err="1"/>
              <a:t>производительности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и </a:t>
            </a:r>
            <a:r>
              <a:rPr dirty="0" err="1"/>
              <a:t>инструментов</a:t>
            </a:r>
            <a:r>
              <a:rPr dirty="0"/>
              <a:t> </a:t>
            </a:r>
            <a:r>
              <a:rPr dirty="0" err="1"/>
              <a:t>профилирования</a:t>
            </a:r>
            <a:r>
              <a:rPr dirty="0"/>
              <a:t> </a:t>
            </a:r>
          </a:p>
          <a:p>
            <a:pPr marL="364746" indent="-364746" defTabSz="1053388">
              <a:lnSpc>
                <a:spcPct val="120000"/>
              </a:lnSpc>
              <a:spcBef>
                <a:spcPts val="1300"/>
              </a:spcBef>
              <a:buSzPct val="100000"/>
              <a:buChar char="-"/>
              <a:defRPr sz="3564"/>
            </a:pPr>
            <a:r>
              <a:rPr dirty="0" err="1"/>
              <a:t>Разработка</a:t>
            </a:r>
            <a:r>
              <a:rPr dirty="0"/>
              <a:t> и </a:t>
            </a: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алгоритмов</a:t>
            </a:r>
            <a:r>
              <a:rPr dirty="0"/>
              <a:t> </a:t>
            </a:r>
            <a:r>
              <a:rPr dirty="0" err="1"/>
              <a:t>трех</a:t>
            </a:r>
            <a:r>
              <a:rPr dirty="0"/>
              <a:t> </a:t>
            </a:r>
            <a:r>
              <a:rPr dirty="0" err="1"/>
              <a:t>режимов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  <a:p>
            <a:pPr marL="364746" indent="-364746" defTabSz="1053388">
              <a:lnSpc>
                <a:spcPct val="120000"/>
              </a:lnSpc>
              <a:spcBef>
                <a:spcPts val="1300"/>
              </a:spcBef>
              <a:buSzPct val="100000"/>
              <a:buChar char="-"/>
              <a:defRPr sz="3564"/>
            </a:pPr>
            <a:r>
              <a:rPr dirty="0" err="1"/>
              <a:t>Тестирование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err="1">
                <a:uFill>
                  <a:solidFill>
                    <a:srgbClr val="000000"/>
                  </a:solidFill>
                </a:uFill>
              </a:rPr>
              <a:t>системы</a:t>
            </a:r>
            <a:r>
              <a:rPr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err="1">
                <a:uFill>
                  <a:solidFill>
                    <a:srgbClr val="000000"/>
                  </a:solidFill>
                </a:uFill>
              </a:rPr>
              <a:t>при</a:t>
            </a:r>
            <a:r>
              <a:rPr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err="1">
                <a:uFill>
                  <a:solidFill>
                    <a:srgbClr val="000000"/>
                  </a:solidFill>
                </a:uFill>
              </a:rPr>
              <a:t>помо</a:t>
            </a:r>
            <a:r>
              <a:rPr dirty="0" err="1"/>
              <a:t>щи</a:t>
            </a:r>
            <a:r>
              <a:rPr dirty="0"/>
              <a:t> </a:t>
            </a:r>
            <a:r>
              <a:rPr dirty="0" err="1"/>
              <a:t>различных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по-разному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вычислительные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196" name="TextBox 6"/>
          <p:cNvSpPr txBox="1"/>
          <p:nvPr/>
        </p:nvSpPr>
        <p:spPr>
          <a:xfrm>
            <a:off x="205340" y="3292624"/>
            <a:ext cx="12005301" cy="453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>
            <a:spAutoFit/>
          </a:bodyPr>
          <a:lstStyle/>
          <a:p>
            <a:r>
              <a:rPr dirty="0"/>
              <a:t>________________________________________________________________________</a:t>
            </a:r>
          </a:p>
        </p:txBody>
      </p:sp>
      <p:sp>
        <p:nvSpPr>
          <p:cNvPr id="197" name="Заголовок 1"/>
          <p:cNvSpPr txBox="1"/>
          <p:nvPr/>
        </p:nvSpPr>
        <p:spPr>
          <a:xfrm>
            <a:off x="1582820" y="447978"/>
            <a:ext cx="9839160" cy="7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b">
            <a:normAutofit/>
          </a:bodyPr>
          <a:lstStyle>
            <a:lvl1pPr algn="ctr" defTabSz="962355">
              <a:lnSpc>
                <a:spcPct val="90000"/>
              </a:lnSpc>
              <a:defRPr sz="4588" b="1" spc="-104">
                <a:solidFill>
                  <a:srgbClr val="10275F"/>
                </a:solidFill>
              </a:defRPr>
            </a:lvl1pPr>
          </a:lstStyle>
          <a:p>
            <a:r>
              <a:rPr sz="4600" dirty="0" err="1"/>
              <a:t>Цели</a:t>
            </a:r>
            <a:r>
              <a:rPr sz="4600" dirty="0"/>
              <a:t> и </a:t>
            </a:r>
            <a:r>
              <a:rPr sz="4600" dirty="0" err="1"/>
              <a:t>задачи</a:t>
            </a:r>
            <a:r>
              <a:rPr sz="4600" dirty="0"/>
              <a:t> </a:t>
            </a:r>
            <a:r>
              <a:rPr sz="4600" dirty="0" err="1"/>
              <a:t>работы</a:t>
            </a:r>
            <a:endParaRPr sz="4600" dirty="0"/>
          </a:p>
        </p:txBody>
      </p:sp>
      <p:sp>
        <p:nvSpPr>
          <p:cNvPr id="198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373336" y="9157305"/>
            <a:ext cx="211837" cy="3388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Заголовок 1"/>
          <p:cNvSpPr txBox="1"/>
          <p:nvPr/>
        </p:nvSpPr>
        <p:spPr>
          <a:xfrm>
            <a:off x="352443" y="312269"/>
            <a:ext cx="12299914" cy="154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b">
            <a:normAutofit/>
          </a:bodyPr>
          <a:lstStyle>
            <a:lvl1pPr algn="ctr" defTabSz="1001369">
              <a:lnSpc>
                <a:spcPct val="90000"/>
              </a:lnSpc>
              <a:defRPr sz="4774" b="1" spc="-108">
                <a:solidFill>
                  <a:srgbClr val="10275F"/>
                </a:solidFill>
              </a:defRPr>
            </a:lvl1pPr>
          </a:lstStyle>
          <a:p>
            <a:r>
              <a:rPr sz="4600" dirty="0" err="1"/>
              <a:t>Режимы</a:t>
            </a:r>
            <a:r>
              <a:rPr sz="4600" dirty="0"/>
              <a:t> </a:t>
            </a:r>
            <a:r>
              <a:rPr sz="4600" dirty="0" err="1"/>
              <a:t>работы</a:t>
            </a:r>
            <a:r>
              <a:rPr sz="4600" dirty="0"/>
              <a:t> </a:t>
            </a:r>
            <a:r>
              <a:rPr sz="4600" dirty="0" err="1"/>
              <a:t>системы</a:t>
            </a:r>
            <a:r>
              <a:rPr sz="4600" dirty="0"/>
              <a:t> </a:t>
            </a:r>
            <a:r>
              <a:rPr sz="4600" dirty="0" err="1"/>
              <a:t>комплексного</a:t>
            </a:r>
            <a:r>
              <a:rPr sz="4600" dirty="0"/>
              <a:t> </a:t>
            </a:r>
            <a:r>
              <a:rPr sz="4600" dirty="0" err="1"/>
              <a:t>анализа</a:t>
            </a:r>
            <a:r>
              <a:rPr sz="4600" dirty="0"/>
              <a:t> </a:t>
            </a:r>
            <a:r>
              <a:rPr sz="4600" dirty="0" err="1"/>
              <a:t>производительности</a:t>
            </a:r>
            <a:r>
              <a:rPr sz="4600" dirty="0"/>
              <a:t> ПО</a:t>
            </a:r>
          </a:p>
        </p:txBody>
      </p:sp>
      <p:sp>
        <p:nvSpPr>
          <p:cNvPr id="201" name="— анализ и вывод общей нагрузки на систему во время выполнения пользовательской программы"/>
          <p:cNvSpPr txBox="1">
            <a:spLocks noGrp="1"/>
          </p:cNvSpPr>
          <p:nvPr>
            <p:ph type="body" sz="quarter" idx="1"/>
          </p:nvPr>
        </p:nvSpPr>
        <p:spPr>
          <a:xfrm>
            <a:off x="3694088" y="2469179"/>
            <a:ext cx="8966535" cy="19035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Font typeface="Wingdings 2"/>
              <a:buNone/>
            </a:lvl1pPr>
          </a:lstStyle>
          <a:p>
            <a:r>
              <a:rPr sz="3650" dirty="0"/>
              <a:t>— </a:t>
            </a:r>
            <a:r>
              <a:rPr sz="3650" dirty="0" err="1"/>
              <a:t>анализ</a:t>
            </a:r>
            <a:r>
              <a:rPr sz="3650" dirty="0"/>
              <a:t> и </a:t>
            </a:r>
            <a:r>
              <a:rPr sz="3650" dirty="0" err="1"/>
              <a:t>вывод</a:t>
            </a:r>
            <a:r>
              <a:rPr sz="3650" dirty="0"/>
              <a:t> </a:t>
            </a:r>
            <a:r>
              <a:rPr sz="3650" dirty="0" err="1"/>
              <a:t>общей</a:t>
            </a:r>
            <a:r>
              <a:rPr sz="3650" dirty="0"/>
              <a:t> </a:t>
            </a:r>
            <a:r>
              <a:rPr sz="3650" dirty="0" err="1"/>
              <a:t>нагрузки</a:t>
            </a:r>
            <a:r>
              <a:rPr sz="3650" dirty="0"/>
              <a:t> </a:t>
            </a:r>
            <a:r>
              <a:rPr sz="3650" dirty="0" err="1"/>
              <a:t>на</a:t>
            </a:r>
            <a:r>
              <a:rPr sz="3650" dirty="0"/>
              <a:t> </a:t>
            </a:r>
            <a:r>
              <a:rPr sz="3650" dirty="0" err="1"/>
              <a:t>систему</a:t>
            </a:r>
            <a:r>
              <a:rPr sz="3650" dirty="0"/>
              <a:t> </a:t>
            </a:r>
            <a:r>
              <a:rPr sz="3650" dirty="0" err="1"/>
              <a:t>во</a:t>
            </a:r>
            <a:r>
              <a:rPr sz="3650" dirty="0"/>
              <a:t> </a:t>
            </a:r>
            <a:r>
              <a:rPr sz="3650" dirty="0" err="1"/>
              <a:t>время</a:t>
            </a:r>
            <a:r>
              <a:rPr sz="3650" dirty="0"/>
              <a:t> </a:t>
            </a:r>
            <a:r>
              <a:rPr sz="3650" dirty="0" err="1"/>
              <a:t>выполнения</a:t>
            </a:r>
            <a:r>
              <a:rPr sz="3650" dirty="0"/>
              <a:t> </a:t>
            </a:r>
            <a:r>
              <a:rPr sz="3650" dirty="0" err="1"/>
              <a:t>пользовательской</a:t>
            </a:r>
            <a:r>
              <a:rPr sz="3650" dirty="0"/>
              <a:t> </a:t>
            </a:r>
            <a:r>
              <a:rPr sz="3650" dirty="0" err="1"/>
              <a:t>программы</a:t>
            </a:r>
            <a:r>
              <a:rPr sz="3650" dirty="0"/>
              <a:t> </a:t>
            </a:r>
          </a:p>
        </p:txBody>
      </p:sp>
      <p:sp>
        <p:nvSpPr>
          <p:cNvPr id="202" name="Первый режим"/>
          <p:cNvSpPr txBox="1"/>
          <p:nvPr/>
        </p:nvSpPr>
        <p:spPr>
          <a:xfrm>
            <a:off x="417168" y="2642484"/>
            <a:ext cx="3120148" cy="60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lnSpc>
                <a:spcPct val="90000"/>
              </a:lnSpc>
              <a:spcBef>
                <a:spcPts val="1700"/>
              </a:spcBef>
              <a:buClr>
                <a:schemeClr val="accent1"/>
              </a:buClr>
              <a:buFont typeface="Wingdings 2"/>
              <a:defRPr sz="4400">
                <a:solidFill>
                  <a:srgbClr val="30445F"/>
                </a:solidFill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sz="3650" dirty="0" err="1">
                <a:solidFill>
                  <a:srgbClr val="30445F"/>
                </a:solidFill>
              </a:rPr>
              <a:t>Первый</a:t>
            </a:r>
            <a:r>
              <a:rPr sz="3650" dirty="0">
                <a:solidFill>
                  <a:srgbClr val="30445F"/>
                </a:solidFill>
              </a:rPr>
              <a:t> </a:t>
            </a:r>
            <a:r>
              <a:rPr sz="3650" dirty="0" err="1">
                <a:solidFill>
                  <a:srgbClr val="30445F"/>
                </a:solidFill>
              </a:rPr>
              <a:t>режим</a:t>
            </a:r>
            <a:endParaRPr sz="3650" dirty="0">
              <a:solidFill>
                <a:srgbClr val="30445F"/>
              </a:solidFill>
            </a:endParaRPr>
          </a:p>
        </p:txBody>
      </p:sp>
      <p:sp>
        <p:nvSpPr>
          <p:cNvPr id="203" name="Второй режим"/>
          <p:cNvSpPr txBox="1"/>
          <p:nvPr/>
        </p:nvSpPr>
        <p:spPr>
          <a:xfrm>
            <a:off x="415522" y="4825325"/>
            <a:ext cx="3027173" cy="60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lnSpc>
                <a:spcPct val="90000"/>
              </a:lnSpc>
              <a:spcBef>
                <a:spcPts val="1700"/>
              </a:spcBef>
              <a:buClr>
                <a:schemeClr val="accent1"/>
              </a:buClr>
              <a:buFont typeface="Wingdings 2"/>
              <a:defRPr sz="4400">
                <a:solidFill>
                  <a:srgbClr val="30445F"/>
                </a:solidFill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sz="3650">
                <a:solidFill>
                  <a:srgbClr val="30445F"/>
                </a:solidFill>
              </a:rPr>
              <a:t>Второй режим</a:t>
            </a:r>
          </a:p>
        </p:txBody>
      </p:sp>
      <p:sp>
        <p:nvSpPr>
          <p:cNvPr id="204" name="— анализ и вывод самых нагруженных функций в пользовательской программе"/>
          <p:cNvSpPr txBox="1"/>
          <p:nvPr/>
        </p:nvSpPr>
        <p:spPr>
          <a:xfrm>
            <a:off x="3766096" y="4444752"/>
            <a:ext cx="8726528" cy="190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defTabSz="1300480">
              <a:lnSpc>
                <a:spcPct val="90000"/>
              </a:lnSpc>
              <a:spcBef>
                <a:spcPts val="1700"/>
              </a:spcBef>
              <a:buClr>
                <a:schemeClr val="accent1"/>
              </a:buClr>
              <a:buFont typeface="Wingdings 2"/>
              <a:defRPr sz="4400"/>
            </a:lvl1pPr>
          </a:lstStyle>
          <a:p>
            <a:r>
              <a:rPr sz="3650" dirty="0"/>
              <a:t>— </a:t>
            </a:r>
            <a:r>
              <a:rPr sz="3650" dirty="0" err="1"/>
              <a:t>анализ</a:t>
            </a:r>
            <a:r>
              <a:rPr sz="3650" dirty="0"/>
              <a:t> и </a:t>
            </a:r>
            <a:r>
              <a:rPr sz="3650" dirty="0" err="1"/>
              <a:t>вывод</a:t>
            </a:r>
            <a:r>
              <a:rPr sz="3650" dirty="0"/>
              <a:t> </a:t>
            </a:r>
            <a:r>
              <a:rPr sz="3650" dirty="0" err="1"/>
              <a:t>самых</a:t>
            </a:r>
            <a:r>
              <a:rPr sz="3650" dirty="0"/>
              <a:t> </a:t>
            </a:r>
            <a:r>
              <a:rPr sz="3650" dirty="0" err="1"/>
              <a:t>нагруженных</a:t>
            </a:r>
            <a:r>
              <a:rPr sz="3650" dirty="0"/>
              <a:t> </a:t>
            </a:r>
            <a:r>
              <a:rPr sz="3650" dirty="0" err="1"/>
              <a:t>функций</a:t>
            </a:r>
            <a:r>
              <a:rPr sz="3650" dirty="0"/>
              <a:t> в </a:t>
            </a:r>
            <a:r>
              <a:rPr sz="3650" dirty="0" err="1"/>
              <a:t>пользовательской</a:t>
            </a:r>
            <a:r>
              <a:rPr sz="3650" dirty="0"/>
              <a:t> </a:t>
            </a:r>
            <a:r>
              <a:rPr sz="3650" dirty="0" err="1"/>
              <a:t>программе</a:t>
            </a:r>
            <a:endParaRPr sz="3650" dirty="0"/>
          </a:p>
        </p:txBody>
      </p:sp>
      <p:sp>
        <p:nvSpPr>
          <p:cNvPr id="205" name="Третий режим"/>
          <p:cNvSpPr txBox="1"/>
          <p:nvPr/>
        </p:nvSpPr>
        <p:spPr>
          <a:xfrm>
            <a:off x="470238" y="7033567"/>
            <a:ext cx="2998319" cy="60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lnSpc>
                <a:spcPct val="90000"/>
              </a:lnSpc>
              <a:spcBef>
                <a:spcPts val="1700"/>
              </a:spcBef>
              <a:buClr>
                <a:schemeClr val="accent1"/>
              </a:buClr>
              <a:buFont typeface="Wingdings 2"/>
              <a:defRPr sz="4400">
                <a:solidFill>
                  <a:srgbClr val="30445F"/>
                </a:solidFill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sz="3650" dirty="0" err="1">
                <a:solidFill>
                  <a:srgbClr val="30445F"/>
                </a:solidFill>
              </a:rPr>
              <a:t>Третий</a:t>
            </a:r>
            <a:r>
              <a:rPr sz="3650" dirty="0">
                <a:solidFill>
                  <a:srgbClr val="30445F"/>
                </a:solidFill>
              </a:rPr>
              <a:t> </a:t>
            </a:r>
            <a:r>
              <a:rPr sz="3650" dirty="0" err="1">
                <a:solidFill>
                  <a:srgbClr val="30445F"/>
                </a:solidFill>
              </a:rPr>
              <a:t>режим</a:t>
            </a:r>
            <a:endParaRPr sz="3650" dirty="0">
              <a:solidFill>
                <a:srgbClr val="30445F"/>
              </a:solidFill>
            </a:endParaRPr>
          </a:p>
        </p:txBody>
      </p:sp>
      <p:sp>
        <p:nvSpPr>
          <p:cNvPr id="206" name="— вывод количества блокировок на разных стадиях конвейера и их возможные причины"/>
          <p:cNvSpPr txBox="1"/>
          <p:nvPr/>
        </p:nvSpPr>
        <p:spPr>
          <a:xfrm>
            <a:off x="3800561" y="6388968"/>
            <a:ext cx="8966535" cy="34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/>
          <a:p>
            <a:pPr defTabSz="1300480">
              <a:lnSpc>
                <a:spcPct val="90000"/>
              </a:lnSpc>
              <a:spcBef>
                <a:spcPts val="1700"/>
              </a:spcBef>
              <a:buClr>
                <a:schemeClr val="accent1"/>
              </a:buClr>
              <a:buFont typeface="Wingdings 2"/>
              <a:defRPr sz="4400"/>
            </a:pPr>
            <a:r>
              <a:rPr sz="3650" dirty="0"/>
              <a:t>— </a:t>
            </a:r>
            <a:r>
              <a:rPr sz="3650" dirty="0" err="1"/>
              <a:t>вывод</a:t>
            </a:r>
            <a:r>
              <a:rPr sz="3650" dirty="0"/>
              <a:t> </a:t>
            </a:r>
            <a:r>
              <a:rPr sz="3650" dirty="0" err="1"/>
              <a:t>количества</a:t>
            </a:r>
            <a:r>
              <a:rPr sz="3650" dirty="0"/>
              <a:t> </a:t>
            </a:r>
            <a:r>
              <a:rPr sz="3650" dirty="0" err="1"/>
              <a:t>блокировок</a:t>
            </a:r>
            <a:r>
              <a:rPr sz="3650" dirty="0"/>
              <a:t> </a:t>
            </a:r>
            <a:r>
              <a:rPr sz="3650" dirty="0" err="1"/>
              <a:t>на</a:t>
            </a:r>
            <a:r>
              <a:rPr sz="3650" dirty="0"/>
              <a:t> </a:t>
            </a:r>
            <a:r>
              <a:rPr sz="3650" dirty="0" err="1"/>
              <a:t>разных</a:t>
            </a:r>
            <a:r>
              <a:rPr sz="3650" dirty="0"/>
              <a:t> </a:t>
            </a:r>
            <a:r>
              <a:rPr sz="3650" dirty="0" err="1"/>
              <a:t>стадиях</a:t>
            </a:r>
            <a:r>
              <a:rPr sz="3650" dirty="0"/>
              <a:t> </a:t>
            </a:r>
            <a:r>
              <a:rPr sz="3650" dirty="0" err="1"/>
              <a:t>конвейера</a:t>
            </a:r>
            <a:r>
              <a:rPr sz="3650" dirty="0"/>
              <a:t> и </a:t>
            </a:r>
            <a:r>
              <a:rPr sz="3650" dirty="0" err="1"/>
              <a:t>их</a:t>
            </a:r>
            <a:r>
              <a:rPr sz="3650" dirty="0"/>
              <a:t> </a:t>
            </a:r>
            <a:r>
              <a:rPr sz="3650" dirty="0" err="1"/>
              <a:t>возможные</a:t>
            </a:r>
            <a:r>
              <a:rPr sz="3650" dirty="0"/>
              <a:t> </a:t>
            </a:r>
            <a:r>
              <a:rPr sz="3650" dirty="0" err="1"/>
              <a:t>причины</a:t>
            </a:r>
            <a:r>
              <a:rPr sz="3650" dirty="0"/>
              <a:t> </a:t>
            </a:r>
            <a:br>
              <a:rPr sz="3650" dirty="0"/>
            </a:br>
            <a:endParaRPr sz="3650" dirty="0"/>
          </a:p>
        </p:txBody>
      </p:sp>
      <p:sp>
        <p:nvSpPr>
          <p:cNvPr id="207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373336" y="9157305"/>
            <a:ext cx="211837" cy="3388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Заголовок 1"/>
          <p:cNvSpPr txBox="1"/>
          <p:nvPr/>
        </p:nvSpPr>
        <p:spPr>
          <a:xfrm>
            <a:off x="1582820" y="358758"/>
            <a:ext cx="9839160" cy="857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b">
            <a:normAutofit/>
          </a:bodyPr>
          <a:lstStyle>
            <a:lvl1pPr algn="ctr" defTabSz="988364">
              <a:lnSpc>
                <a:spcPct val="90000"/>
              </a:lnSpc>
              <a:defRPr sz="4712" b="1" spc="-107">
                <a:solidFill>
                  <a:srgbClr val="10275F"/>
                </a:solidFill>
              </a:defRPr>
            </a:lvl1pPr>
          </a:lstStyle>
          <a:p>
            <a:r>
              <a:rPr sz="4600" dirty="0" err="1"/>
              <a:t>Первый</a:t>
            </a:r>
            <a:r>
              <a:rPr sz="4600" dirty="0"/>
              <a:t> </a:t>
            </a:r>
            <a:r>
              <a:rPr sz="4600" dirty="0" err="1"/>
              <a:t>режим</a:t>
            </a:r>
            <a:r>
              <a:rPr sz="4600" dirty="0"/>
              <a:t> </a:t>
            </a:r>
            <a:r>
              <a:rPr sz="4600" dirty="0" err="1"/>
              <a:t>работы</a:t>
            </a:r>
            <a:r>
              <a:rPr sz="4600" dirty="0"/>
              <a:t> </a:t>
            </a:r>
            <a:r>
              <a:rPr sz="4600" dirty="0" err="1"/>
              <a:t>системы</a:t>
            </a:r>
            <a:endParaRPr sz="4600" dirty="0"/>
          </a:p>
        </p:txBody>
      </p:sp>
      <p:sp>
        <p:nvSpPr>
          <p:cNvPr id="210" name="Стрелка"/>
          <p:cNvSpPr/>
          <p:nvPr/>
        </p:nvSpPr>
        <p:spPr>
          <a:xfrm>
            <a:off x="3508586" y="1877492"/>
            <a:ext cx="786327" cy="1424185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11" name="1. Режим работы…"/>
          <p:cNvSpPr txBox="1">
            <a:spLocks noGrp="1"/>
          </p:cNvSpPr>
          <p:nvPr>
            <p:ph type="body" sz="quarter" idx="1"/>
          </p:nvPr>
        </p:nvSpPr>
        <p:spPr>
          <a:xfrm>
            <a:off x="410677" y="1806091"/>
            <a:ext cx="2808317" cy="227862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 defTabSz="715264">
              <a:spcBef>
                <a:spcPts val="900"/>
              </a:spcBef>
              <a:buSzTx/>
              <a:buFont typeface="Wingdings 2"/>
              <a:buNone/>
              <a:defRPr sz="2420"/>
            </a:pPr>
            <a:r>
              <a:rPr sz="2800" dirty="0"/>
              <a:t>1. </a:t>
            </a:r>
            <a:r>
              <a:rPr sz="2800" dirty="0" err="1"/>
              <a:t>Режим</a:t>
            </a:r>
            <a:r>
              <a:rPr sz="2800" dirty="0"/>
              <a:t> </a:t>
            </a:r>
            <a:r>
              <a:rPr sz="2800" dirty="0" err="1"/>
              <a:t>работы</a:t>
            </a:r>
            <a:endParaRPr sz="2800" dirty="0"/>
          </a:p>
          <a:p>
            <a:pPr marL="0" indent="0" algn="ctr" defTabSz="715264">
              <a:spcBef>
                <a:spcPts val="900"/>
              </a:spcBef>
              <a:buSzTx/>
              <a:buFont typeface="Wingdings 2"/>
              <a:buNone/>
              <a:defRPr sz="2420"/>
            </a:pPr>
            <a:r>
              <a:rPr sz="2800" dirty="0"/>
              <a:t>2. </a:t>
            </a:r>
            <a:r>
              <a:rPr sz="2800" dirty="0" err="1"/>
              <a:t>Режим</a:t>
            </a:r>
            <a:r>
              <a:rPr sz="2800" dirty="0"/>
              <a:t> </a:t>
            </a:r>
            <a:r>
              <a:rPr sz="2800" dirty="0" err="1"/>
              <a:t>завершения</a:t>
            </a:r>
            <a:r>
              <a:rPr sz="2800" dirty="0"/>
              <a:t> </a:t>
            </a:r>
          </a:p>
          <a:p>
            <a:pPr marL="0" indent="0" algn="ctr" defTabSz="715264">
              <a:spcBef>
                <a:spcPts val="900"/>
              </a:spcBef>
              <a:buSzTx/>
              <a:buFont typeface="Wingdings 2"/>
              <a:buNone/>
              <a:defRPr sz="2420"/>
            </a:pPr>
            <a:r>
              <a:rPr sz="2800" dirty="0" err="1"/>
              <a:t>программы</a:t>
            </a:r>
            <a:r>
              <a:rPr sz="2800" dirty="0"/>
              <a:t> </a:t>
            </a:r>
          </a:p>
        </p:txBody>
      </p:sp>
      <p:sp>
        <p:nvSpPr>
          <p:cNvPr id="212" name="Ввод пользователем строчки запуска программы"/>
          <p:cNvSpPr txBox="1"/>
          <p:nvPr/>
        </p:nvSpPr>
        <p:spPr>
          <a:xfrm>
            <a:off x="4561347" y="2188282"/>
            <a:ext cx="2808317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Autofit/>
          </a:bodyPr>
          <a:lstStyle>
            <a:lvl1pPr algn="ctr" defTabSz="806297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2"/>
              <a:defRPr sz="2728"/>
            </a:lvl1pPr>
          </a:lstStyle>
          <a:p>
            <a:r>
              <a:rPr sz="2800" dirty="0" err="1"/>
              <a:t>Ввод</a:t>
            </a:r>
            <a:r>
              <a:rPr sz="2800" dirty="0"/>
              <a:t> </a:t>
            </a:r>
            <a:r>
              <a:rPr sz="2800" dirty="0" err="1"/>
              <a:t>пользователем</a:t>
            </a:r>
            <a:r>
              <a:rPr sz="2800" dirty="0"/>
              <a:t> </a:t>
            </a:r>
            <a:r>
              <a:rPr sz="2800" dirty="0" err="1"/>
              <a:t>строчки</a:t>
            </a:r>
            <a:r>
              <a:rPr sz="2800" dirty="0"/>
              <a:t> </a:t>
            </a:r>
            <a:r>
              <a:rPr sz="2800" dirty="0" err="1"/>
              <a:t>запуска</a:t>
            </a:r>
            <a:r>
              <a:rPr sz="2800" dirty="0"/>
              <a:t> </a:t>
            </a:r>
            <a:r>
              <a:rPr sz="2800" dirty="0" err="1"/>
              <a:t>программы</a:t>
            </a:r>
            <a:endParaRPr sz="2800" dirty="0"/>
          </a:p>
        </p:txBody>
      </p:sp>
      <p:sp>
        <p:nvSpPr>
          <p:cNvPr id="213" name="Стрелка"/>
          <p:cNvSpPr/>
          <p:nvPr/>
        </p:nvSpPr>
        <p:spPr>
          <a:xfrm>
            <a:off x="7640320" y="1877492"/>
            <a:ext cx="786327" cy="1424185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14" name="Сбор статистики по использованию процессора, диска, сети"/>
          <p:cNvSpPr txBox="1"/>
          <p:nvPr/>
        </p:nvSpPr>
        <p:spPr>
          <a:xfrm>
            <a:off x="8717635" y="2164787"/>
            <a:ext cx="3812006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Autofit/>
          </a:bodyPr>
          <a:lstStyle>
            <a:lvl1pPr algn="ctr" defTabSz="884326">
              <a:lnSpc>
                <a:spcPct val="90000"/>
              </a:lnSpc>
              <a:spcBef>
                <a:spcPts val="1100"/>
              </a:spcBef>
              <a:buClr>
                <a:schemeClr val="accent1"/>
              </a:buClr>
              <a:buFont typeface="Wingdings 2"/>
              <a:defRPr sz="2992"/>
            </a:lvl1pPr>
          </a:lstStyle>
          <a:p>
            <a:r>
              <a:rPr sz="2800" dirty="0" err="1"/>
              <a:t>Сбор</a:t>
            </a:r>
            <a:r>
              <a:rPr sz="2800" dirty="0"/>
              <a:t> </a:t>
            </a:r>
            <a:r>
              <a:rPr sz="2800" dirty="0" err="1"/>
              <a:t>статистики</a:t>
            </a:r>
            <a:r>
              <a:rPr sz="2800" dirty="0"/>
              <a:t> </a:t>
            </a:r>
            <a:r>
              <a:rPr sz="2800" dirty="0" err="1"/>
              <a:t>по</a:t>
            </a:r>
            <a:r>
              <a:rPr sz="2800" dirty="0"/>
              <a:t> </a:t>
            </a:r>
            <a:r>
              <a:rPr sz="2800" dirty="0" err="1"/>
              <a:t>использованию</a:t>
            </a:r>
            <a:r>
              <a:rPr sz="2800" dirty="0"/>
              <a:t> </a:t>
            </a:r>
            <a:r>
              <a:rPr sz="2800" dirty="0" err="1"/>
              <a:t>процессора</a:t>
            </a:r>
            <a:r>
              <a:rPr sz="2800" dirty="0"/>
              <a:t>, </a:t>
            </a:r>
            <a:r>
              <a:rPr sz="2800" dirty="0" err="1"/>
              <a:t>диска</a:t>
            </a:r>
            <a:r>
              <a:rPr sz="2800" dirty="0"/>
              <a:t>, </a:t>
            </a:r>
            <a:r>
              <a:rPr sz="2800" dirty="0" err="1"/>
              <a:t>сети</a:t>
            </a:r>
            <a:endParaRPr sz="2800" dirty="0"/>
          </a:p>
        </p:txBody>
      </p:sp>
      <p:sp>
        <p:nvSpPr>
          <p:cNvPr id="215" name="Стрелка"/>
          <p:cNvSpPr/>
          <p:nvPr/>
        </p:nvSpPr>
        <p:spPr>
          <a:xfrm rot="5400000">
            <a:off x="9321234" y="3465225"/>
            <a:ext cx="2412362" cy="4227400"/>
          </a:xfrm>
          <a:prstGeom prst="rightArrow">
            <a:avLst>
              <a:gd name="adj1" fmla="val 34686"/>
              <a:gd name="adj2" fmla="val 77520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16" name="Вычисление средней статистики использования процессора и сети"/>
          <p:cNvSpPr txBox="1"/>
          <p:nvPr/>
        </p:nvSpPr>
        <p:spPr>
          <a:xfrm>
            <a:off x="8739067" y="7414270"/>
            <a:ext cx="3812005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Autofit/>
          </a:bodyPr>
          <a:lstStyle>
            <a:lvl1pPr algn="ctr" defTabSz="92334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/>
              <a:defRPr sz="2698"/>
            </a:lvl1pPr>
          </a:lstStyle>
          <a:p>
            <a:r>
              <a:rPr sz="2800" dirty="0" err="1"/>
              <a:t>Вычисление</a:t>
            </a:r>
            <a:r>
              <a:rPr sz="2800" dirty="0"/>
              <a:t> </a:t>
            </a:r>
            <a:r>
              <a:rPr sz="2800" dirty="0" err="1"/>
              <a:t>средней</a:t>
            </a:r>
            <a:r>
              <a:rPr sz="2800" dirty="0"/>
              <a:t> </a:t>
            </a:r>
            <a:r>
              <a:rPr sz="2800" dirty="0" err="1"/>
              <a:t>статистики</a:t>
            </a:r>
            <a:r>
              <a:rPr sz="2800" dirty="0"/>
              <a:t> </a:t>
            </a:r>
            <a:r>
              <a:rPr sz="2800" dirty="0" err="1"/>
              <a:t>использования</a:t>
            </a:r>
            <a:r>
              <a:rPr sz="2800" dirty="0"/>
              <a:t> </a:t>
            </a:r>
            <a:r>
              <a:rPr sz="2800" dirty="0" err="1"/>
              <a:t>процессора</a:t>
            </a:r>
            <a:r>
              <a:rPr sz="2800" dirty="0"/>
              <a:t> и </a:t>
            </a:r>
            <a:r>
              <a:rPr sz="2800" dirty="0" err="1"/>
              <a:t>сети</a:t>
            </a:r>
            <a:endParaRPr sz="2800" dirty="0"/>
          </a:p>
        </p:txBody>
      </p:sp>
      <p:sp>
        <p:nvSpPr>
          <p:cNvPr id="217" name="Стрелка"/>
          <p:cNvSpPr/>
          <p:nvPr/>
        </p:nvSpPr>
        <p:spPr>
          <a:xfrm rot="10800000">
            <a:off x="7312825" y="7485670"/>
            <a:ext cx="786327" cy="1424186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18" name="Вывод полученной статистики"/>
          <p:cNvSpPr txBox="1"/>
          <p:nvPr/>
        </p:nvSpPr>
        <p:spPr>
          <a:xfrm>
            <a:off x="3471380" y="7414270"/>
            <a:ext cx="3428796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algn="ctr" defTabSz="1235455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Wingdings 2"/>
              <a:defRPr sz="3609"/>
            </a:lvl1pPr>
          </a:lstStyle>
          <a:p>
            <a:r>
              <a:rPr sz="2800" dirty="0" err="1"/>
              <a:t>Вывод</a:t>
            </a:r>
            <a:r>
              <a:rPr sz="2800" dirty="0"/>
              <a:t> </a:t>
            </a:r>
            <a:r>
              <a:rPr sz="2800" dirty="0" err="1"/>
              <a:t>полученной</a:t>
            </a:r>
            <a:r>
              <a:rPr sz="2800" dirty="0"/>
              <a:t> </a:t>
            </a:r>
            <a:r>
              <a:rPr sz="2800" dirty="0" err="1"/>
              <a:t>статистики</a:t>
            </a:r>
            <a:endParaRPr sz="2800" dirty="0"/>
          </a:p>
        </p:txBody>
      </p:sp>
      <p:sp>
        <p:nvSpPr>
          <p:cNvPr id="219" name="Завершение сбора статистики в зависимости от режима завершения программы"/>
          <p:cNvSpPr txBox="1"/>
          <p:nvPr/>
        </p:nvSpPr>
        <p:spPr>
          <a:xfrm>
            <a:off x="9502802" y="4891420"/>
            <a:ext cx="2049225" cy="1375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 fontScale="92500"/>
          </a:bodyPr>
          <a:lstStyle>
            <a:lvl1pPr algn="ctr" defTabSz="63723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 2"/>
              <a:defRPr sz="1862"/>
            </a:lvl1pPr>
          </a:lstStyle>
          <a:p>
            <a:r>
              <a:rPr dirty="0" err="1"/>
              <a:t>Завершение</a:t>
            </a:r>
            <a:r>
              <a:rPr dirty="0"/>
              <a:t> </a:t>
            </a:r>
            <a:r>
              <a:rPr dirty="0" err="1"/>
              <a:t>сбора</a:t>
            </a:r>
            <a:r>
              <a:rPr dirty="0"/>
              <a:t> </a:t>
            </a:r>
            <a:r>
              <a:rPr dirty="0" err="1"/>
              <a:t>статистики</a:t>
            </a:r>
            <a:r>
              <a:rPr dirty="0"/>
              <a:t> в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завершения</a:t>
            </a:r>
            <a:r>
              <a:rPr dirty="0"/>
              <a:t> </a:t>
            </a:r>
            <a:r>
              <a:rPr dirty="0" err="1"/>
              <a:t>программы</a:t>
            </a:r>
            <a:endParaRPr dirty="0"/>
          </a:p>
        </p:txBody>
      </p:sp>
      <p:sp>
        <p:nvSpPr>
          <p:cNvPr id="220" name="Сквиркл"/>
          <p:cNvSpPr/>
          <p:nvPr/>
        </p:nvSpPr>
        <p:spPr>
          <a:xfrm>
            <a:off x="358311" y="1811849"/>
            <a:ext cx="2913049" cy="2272863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21" name="Сквиркл"/>
          <p:cNvSpPr/>
          <p:nvPr/>
        </p:nvSpPr>
        <p:spPr>
          <a:xfrm>
            <a:off x="4508982" y="1811849"/>
            <a:ext cx="2913049" cy="2272863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22" name="Сквиркл"/>
          <p:cNvSpPr/>
          <p:nvPr/>
        </p:nvSpPr>
        <p:spPr>
          <a:xfrm>
            <a:off x="8685575" y="1811849"/>
            <a:ext cx="3882469" cy="2272863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23" name="Сквиркл"/>
          <p:cNvSpPr/>
          <p:nvPr/>
        </p:nvSpPr>
        <p:spPr>
          <a:xfrm>
            <a:off x="8685575" y="7131995"/>
            <a:ext cx="3882469" cy="2065285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24" name="Сквиркл"/>
          <p:cNvSpPr/>
          <p:nvPr/>
        </p:nvSpPr>
        <p:spPr>
          <a:xfrm>
            <a:off x="3474554" y="7131995"/>
            <a:ext cx="3425622" cy="2065285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25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373336" y="9157305"/>
            <a:ext cx="211837" cy="3388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age59image17661952.png" descr="page59image1766195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7476" y="2514668"/>
            <a:ext cx="6082107" cy="23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Текст"/>
          <p:cNvSpPr txBox="1"/>
          <p:nvPr/>
        </p:nvSpPr>
        <p:spPr>
          <a:xfrm>
            <a:off x="446837" y="2836206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229" name="Результаты нагрузки процессора при тестирование системы на бенчмарке 7z"/>
          <p:cNvSpPr txBox="1"/>
          <p:nvPr/>
        </p:nvSpPr>
        <p:spPr>
          <a:xfrm>
            <a:off x="736121" y="4978235"/>
            <a:ext cx="5284817" cy="1391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>
            <a:spAutoFit/>
          </a:bodyPr>
          <a:lstStyle>
            <a:lvl1pPr algn="ctr">
              <a:spcBef>
                <a:spcPts val="1700"/>
              </a:spcBef>
              <a:defRPr sz="2600"/>
            </a:lvl1pPr>
          </a:lstStyle>
          <a:p>
            <a:r>
              <a:rPr sz="2800" dirty="0" err="1"/>
              <a:t>Результаты</a:t>
            </a:r>
            <a:r>
              <a:rPr sz="2800" dirty="0"/>
              <a:t> </a:t>
            </a:r>
            <a:r>
              <a:rPr sz="2800" dirty="0" err="1"/>
              <a:t>нагрузки</a:t>
            </a:r>
            <a:r>
              <a:rPr sz="2800" dirty="0"/>
              <a:t> </a:t>
            </a:r>
            <a:r>
              <a:rPr sz="2800" dirty="0" err="1"/>
              <a:t>процессора</a:t>
            </a:r>
            <a:r>
              <a:rPr sz="2800" dirty="0"/>
              <a:t> </a:t>
            </a:r>
            <a:r>
              <a:rPr sz="2800" dirty="0" err="1"/>
              <a:t>при</a:t>
            </a:r>
            <a:r>
              <a:rPr sz="2800" dirty="0"/>
              <a:t> </a:t>
            </a:r>
            <a:r>
              <a:rPr sz="2800" dirty="0" err="1"/>
              <a:t>тестирование</a:t>
            </a:r>
            <a:r>
              <a:rPr sz="2800" dirty="0"/>
              <a:t> </a:t>
            </a:r>
            <a:r>
              <a:rPr sz="2800" dirty="0" err="1"/>
              <a:t>системы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бенчмарке</a:t>
            </a:r>
            <a:r>
              <a:rPr sz="2800" dirty="0"/>
              <a:t> </a:t>
            </a:r>
            <a:r>
              <a:rPr sz="2800" dirty="0" smtClean="0"/>
              <a:t>7z</a:t>
            </a:r>
            <a:r>
              <a:rPr lang="en-US" sz="2800" dirty="0" smtClean="0"/>
              <a:t>ip</a:t>
            </a:r>
            <a:endParaRPr sz="2800" dirty="0"/>
          </a:p>
        </p:txBody>
      </p:sp>
      <p:sp>
        <p:nvSpPr>
          <p:cNvPr id="230" name="Текст"/>
          <p:cNvSpPr txBox="1"/>
          <p:nvPr/>
        </p:nvSpPr>
        <p:spPr>
          <a:xfrm>
            <a:off x="-5861866" y="1672103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231" name="Текст"/>
          <p:cNvSpPr txBox="1"/>
          <p:nvPr/>
        </p:nvSpPr>
        <p:spPr>
          <a:xfrm>
            <a:off x="3513339" y="5512058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pic>
        <p:nvPicPr>
          <p:cNvPr id="232" name="IMG_4679.PNG" descr="IMG_4679.PNG"/>
          <p:cNvPicPr>
            <a:picLocks noChangeAspect="1"/>
          </p:cNvPicPr>
          <p:nvPr/>
        </p:nvPicPr>
        <p:blipFill>
          <a:blip r:embed="rId3">
            <a:extLst/>
          </a:blip>
          <a:srcRect r="7331"/>
          <a:stretch>
            <a:fillRect/>
          </a:stretch>
        </p:blipFill>
        <p:spPr>
          <a:xfrm>
            <a:off x="6620369" y="5688904"/>
            <a:ext cx="5968605" cy="3159644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Результаты нагрузки сети во время тестирования iperf"/>
          <p:cNvSpPr txBox="1"/>
          <p:nvPr/>
        </p:nvSpPr>
        <p:spPr>
          <a:xfrm>
            <a:off x="6982046" y="4602222"/>
            <a:ext cx="5245250" cy="96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>
            <a:spAutoFit/>
          </a:bodyPr>
          <a:lstStyle>
            <a:lvl1pPr algn="ctr">
              <a:spcBef>
                <a:spcPts val="1700"/>
              </a:spcBef>
              <a:defRPr sz="2600"/>
            </a:lvl1pPr>
          </a:lstStyle>
          <a:p>
            <a:r>
              <a:rPr sz="2800" dirty="0" err="1"/>
              <a:t>Результаты</a:t>
            </a:r>
            <a:r>
              <a:rPr sz="2800" dirty="0"/>
              <a:t> </a:t>
            </a:r>
            <a:r>
              <a:rPr sz="2800" dirty="0" err="1"/>
              <a:t>нагрузки</a:t>
            </a:r>
            <a:r>
              <a:rPr sz="2800" dirty="0"/>
              <a:t> </a:t>
            </a:r>
            <a:r>
              <a:rPr sz="2800" dirty="0" err="1"/>
              <a:t>сети</a:t>
            </a:r>
            <a:r>
              <a:rPr sz="2800" dirty="0"/>
              <a:t> </a:t>
            </a:r>
            <a:r>
              <a:rPr sz="2800" dirty="0" err="1"/>
              <a:t>во</a:t>
            </a:r>
            <a:r>
              <a:rPr sz="2800" dirty="0"/>
              <a:t> </a:t>
            </a:r>
            <a:r>
              <a:rPr sz="2800" dirty="0" err="1"/>
              <a:t>время</a:t>
            </a:r>
            <a:r>
              <a:rPr sz="2800" dirty="0"/>
              <a:t> </a:t>
            </a:r>
            <a:r>
              <a:rPr sz="2800" dirty="0" err="1"/>
              <a:t>тестирования</a:t>
            </a:r>
            <a:r>
              <a:rPr sz="2800" dirty="0"/>
              <a:t> </a:t>
            </a:r>
            <a:r>
              <a:rPr sz="2800" dirty="0" err="1"/>
              <a:t>iperf</a:t>
            </a:r>
            <a:r>
              <a:rPr sz="2800" dirty="0"/>
              <a:t> </a:t>
            </a:r>
          </a:p>
        </p:txBody>
      </p:sp>
      <p:sp>
        <p:nvSpPr>
          <p:cNvPr id="234" name="Результаты работы первого режима системы"/>
          <p:cNvSpPr txBox="1"/>
          <p:nvPr/>
        </p:nvSpPr>
        <p:spPr>
          <a:xfrm>
            <a:off x="827532" y="484312"/>
            <a:ext cx="11349736" cy="1424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algn="ctr" defTabSz="1300480">
              <a:lnSpc>
                <a:spcPct val="90000"/>
              </a:lnSpc>
              <a:defRPr sz="4800" b="1" spc="-109">
                <a:solidFill>
                  <a:srgbClr val="10275F"/>
                </a:solidFill>
              </a:defRPr>
            </a:lvl1pPr>
          </a:lstStyle>
          <a:p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235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371947" y="9173379"/>
            <a:ext cx="213226" cy="30669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Текст"/>
          <p:cNvSpPr txBox="1"/>
          <p:nvPr/>
        </p:nvSpPr>
        <p:spPr>
          <a:xfrm>
            <a:off x="446837" y="2836206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238" name="Текст"/>
          <p:cNvSpPr txBox="1"/>
          <p:nvPr/>
        </p:nvSpPr>
        <p:spPr>
          <a:xfrm>
            <a:off x="-5861866" y="1672103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239" name="Текст"/>
          <p:cNvSpPr txBox="1"/>
          <p:nvPr/>
        </p:nvSpPr>
        <p:spPr>
          <a:xfrm>
            <a:off x="3513339" y="5850725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pic>
        <p:nvPicPr>
          <p:cNvPr id="240" name="page66image17565104.jpg" descr="page66image17565104.jpg"/>
          <p:cNvPicPr>
            <a:picLocks noChangeAspect="1"/>
          </p:cNvPicPr>
          <p:nvPr/>
        </p:nvPicPr>
        <p:blipFill>
          <a:blip r:embed="rId2">
            <a:extLst/>
          </a:blip>
          <a:srcRect b="13060"/>
          <a:stretch>
            <a:fillRect/>
          </a:stretch>
        </p:blipFill>
        <p:spPr>
          <a:xfrm>
            <a:off x="1004093" y="2583715"/>
            <a:ext cx="10996417" cy="4140544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Вывод системой информации об операциях доступа к диску при тестировании на программе fio"/>
          <p:cNvSpPr txBox="1"/>
          <p:nvPr/>
        </p:nvSpPr>
        <p:spPr>
          <a:xfrm>
            <a:off x="1004094" y="6863394"/>
            <a:ext cx="10996613" cy="96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>
            <a:spAutoFit/>
          </a:bodyPr>
          <a:lstStyle>
            <a:lvl1pPr algn="ctr">
              <a:spcBef>
                <a:spcPts val="1700"/>
              </a:spcBef>
              <a:defRPr sz="2600"/>
            </a:lvl1pPr>
          </a:lstStyle>
          <a:p>
            <a:r>
              <a:rPr sz="2800" dirty="0" err="1"/>
              <a:t>Вывод</a:t>
            </a:r>
            <a:r>
              <a:rPr sz="2800" dirty="0"/>
              <a:t> </a:t>
            </a:r>
            <a:r>
              <a:rPr sz="2800" dirty="0" err="1"/>
              <a:t>системои</a:t>
            </a:r>
            <a:r>
              <a:rPr sz="2800" dirty="0"/>
              <a:t>̆ </a:t>
            </a:r>
            <a:r>
              <a:rPr sz="2800" dirty="0" err="1"/>
              <a:t>информации</a:t>
            </a:r>
            <a:r>
              <a:rPr sz="2800" dirty="0"/>
              <a:t> </a:t>
            </a:r>
            <a:r>
              <a:rPr sz="2800" dirty="0" err="1"/>
              <a:t>об</a:t>
            </a:r>
            <a:r>
              <a:rPr sz="2800" dirty="0"/>
              <a:t> </a:t>
            </a:r>
            <a:r>
              <a:rPr sz="2800" dirty="0" err="1"/>
              <a:t>операциях</a:t>
            </a:r>
            <a:r>
              <a:rPr sz="2800" dirty="0"/>
              <a:t> </a:t>
            </a:r>
            <a:r>
              <a:rPr sz="2800" dirty="0" err="1"/>
              <a:t>доступа</a:t>
            </a:r>
            <a:r>
              <a:rPr sz="2800" dirty="0"/>
              <a:t> к </a:t>
            </a:r>
            <a:r>
              <a:rPr sz="2800" dirty="0" err="1"/>
              <a:t>диску</a:t>
            </a:r>
            <a:r>
              <a:rPr sz="2800" dirty="0"/>
              <a:t> </a:t>
            </a:r>
            <a:r>
              <a:rPr sz="2800" dirty="0" err="1"/>
              <a:t>при</a:t>
            </a:r>
            <a:r>
              <a:rPr sz="2800" dirty="0"/>
              <a:t> </a:t>
            </a:r>
            <a:r>
              <a:rPr sz="2800" dirty="0" err="1"/>
              <a:t>тестировании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программе</a:t>
            </a:r>
            <a:r>
              <a:rPr sz="2800" dirty="0"/>
              <a:t> </a:t>
            </a:r>
            <a:r>
              <a:rPr sz="2800" dirty="0" err="1"/>
              <a:t>fio</a:t>
            </a:r>
            <a:endParaRPr sz="2800" dirty="0"/>
          </a:p>
        </p:txBody>
      </p:sp>
      <p:sp>
        <p:nvSpPr>
          <p:cNvPr id="242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371947" y="9173379"/>
            <a:ext cx="213226" cy="30669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0" name="Результаты работы первого режима системы"/>
          <p:cNvSpPr txBox="1"/>
          <p:nvPr/>
        </p:nvSpPr>
        <p:spPr>
          <a:xfrm>
            <a:off x="827532" y="484312"/>
            <a:ext cx="11349736" cy="1424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algn="ctr" defTabSz="1300480">
              <a:lnSpc>
                <a:spcPct val="90000"/>
              </a:lnSpc>
              <a:defRPr sz="4800" b="1" spc="-109">
                <a:solidFill>
                  <a:srgbClr val="10275F"/>
                </a:solidFill>
              </a:defRPr>
            </a:lvl1pPr>
          </a:lstStyle>
          <a:p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Стрелка"/>
          <p:cNvSpPr/>
          <p:nvPr/>
        </p:nvSpPr>
        <p:spPr>
          <a:xfrm>
            <a:off x="3480595" y="2505262"/>
            <a:ext cx="786327" cy="1424186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46" name="1. Режим работы…"/>
          <p:cNvSpPr txBox="1">
            <a:spLocks noGrp="1"/>
          </p:cNvSpPr>
          <p:nvPr>
            <p:ph type="body" sz="quarter" idx="1"/>
          </p:nvPr>
        </p:nvSpPr>
        <p:spPr>
          <a:xfrm>
            <a:off x="386905" y="1924472"/>
            <a:ext cx="2865404" cy="226903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702259">
              <a:spcBef>
                <a:spcPts val="900"/>
              </a:spcBef>
              <a:buSzTx/>
              <a:buFont typeface="Wingdings 2"/>
              <a:buNone/>
              <a:defRPr sz="2376"/>
            </a:pPr>
            <a:r>
              <a:rPr sz="2800" dirty="0"/>
              <a:t>1. </a:t>
            </a:r>
            <a:r>
              <a:rPr sz="2800" dirty="0" err="1"/>
              <a:t>Режим</a:t>
            </a:r>
            <a:r>
              <a:rPr sz="2800" dirty="0"/>
              <a:t> </a:t>
            </a:r>
            <a:r>
              <a:rPr sz="2800" dirty="0" err="1"/>
              <a:t>работы</a:t>
            </a:r>
            <a:endParaRPr sz="2800" dirty="0"/>
          </a:p>
          <a:p>
            <a:pPr marL="0" indent="0" defTabSz="702259">
              <a:spcBef>
                <a:spcPts val="900"/>
              </a:spcBef>
              <a:buSzTx/>
              <a:buFont typeface="Wingdings 2"/>
              <a:buNone/>
              <a:defRPr sz="2376"/>
            </a:pPr>
            <a:r>
              <a:rPr sz="2800" dirty="0"/>
              <a:t>2. </a:t>
            </a:r>
            <a:r>
              <a:rPr sz="2800" dirty="0" err="1"/>
              <a:t>Название</a:t>
            </a:r>
            <a:r>
              <a:rPr sz="2800" dirty="0"/>
              <a:t> </a:t>
            </a:r>
            <a:r>
              <a:rPr sz="2800" dirty="0" err="1"/>
              <a:t>исследуемой</a:t>
            </a:r>
            <a:r>
              <a:rPr sz="2800" dirty="0"/>
              <a:t> </a:t>
            </a:r>
            <a:r>
              <a:rPr sz="2800" dirty="0" err="1"/>
              <a:t>программы</a:t>
            </a:r>
            <a:r>
              <a:rPr sz="2800" dirty="0"/>
              <a:t> </a:t>
            </a:r>
          </a:p>
          <a:p>
            <a:pPr marL="0" indent="0" defTabSz="702259">
              <a:spcBef>
                <a:spcPts val="900"/>
              </a:spcBef>
              <a:buSzTx/>
              <a:buFont typeface="Wingdings 2"/>
              <a:buNone/>
              <a:defRPr sz="2376"/>
            </a:pPr>
            <a:r>
              <a:rPr lang="ru-RU" sz="2800" dirty="0" smtClean="0"/>
              <a:t>3. </a:t>
            </a:r>
            <a:r>
              <a:rPr sz="2800" dirty="0" err="1" smtClean="0"/>
              <a:t>Частота</a:t>
            </a:r>
            <a:r>
              <a:rPr sz="2800" dirty="0" smtClean="0"/>
              <a:t> </a:t>
            </a:r>
            <a:r>
              <a:rPr sz="2800" dirty="0" err="1"/>
              <a:t>сбора</a:t>
            </a:r>
            <a:r>
              <a:rPr sz="2800" dirty="0"/>
              <a:t> </a:t>
            </a:r>
            <a:r>
              <a:rPr sz="2800" dirty="0" err="1"/>
              <a:t>информации</a:t>
            </a:r>
            <a:endParaRPr sz="2800" dirty="0"/>
          </a:p>
        </p:txBody>
      </p:sp>
      <p:sp>
        <p:nvSpPr>
          <p:cNvPr id="247" name="Ввод пользователем строчки запуска программы"/>
          <p:cNvSpPr txBox="1"/>
          <p:nvPr/>
        </p:nvSpPr>
        <p:spPr>
          <a:xfrm>
            <a:off x="4544886" y="1924472"/>
            <a:ext cx="2819098" cy="2269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algn="ctr" defTabSz="1118412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Font typeface="Wingdings 2"/>
              <a:defRPr sz="3268"/>
            </a:lvl1pPr>
          </a:lstStyle>
          <a:p>
            <a:r>
              <a:rPr sz="2800" dirty="0" err="1"/>
              <a:t>Ввод</a:t>
            </a:r>
            <a:r>
              <a:rPr sz="2800" dirty="0"/>
              <a:t> </a:t>
            </a:r>
            <a:r>
              <a:rPr sz="2800" dirty="0" err="1"/>
              <a:t>пользователем</a:t>
            </a:r>
            <a:r>
              <a:rPr sz="2800" dirty="0"/>
              <a:t> </a:t>
            </a:r>
            <a:r>
              <a:rPr sz="2800" dirty="0" err="1"/>
              <a:t>строчки</a:t>
            </a:r>
            <a:r>
              <a:rPr sz="2800" dirty="0"/>
              <a:t> </a:t>
            </a:r>
            <a:r>
              <a:rPr sz="2800" dirty="0" err="1"/>
              <a:t>запуска</a:t>
            </a:r>
            <a:r>
              <a:rPr sz="2800" dirty="0"/>
              <a:t> </a:t>
            </a:r>
            <a:r>
              <a:rPr sz="2800" dirty="0" err="1"/>
              <a:t>программы</a:t>
            </a:r>
            <a:endParaRPr sz="2800" dirty="0"/>
          </a:p>
        </p:txBody>
      </p:sp>
      <p:sp>
        <p:nvSpPr>
          <p:cNvPr id="248" name="Стрелка"/>
          <p:cNvSpPr/>
          <p:nvPr/>
        </p:nvSpPr>
        <p:spPr>
          <a:xfrm>
            <a:off x="7616548" y="2505262"/>
            <a:ext cx="786327" cy="1424186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49" name="Запуск инструментов профилирования и сбор профилей"/>
          <p:cNvSpPr txBox="1"/>
          <p:nvPr/>
        </p:nvSpPr>
        <p:spPr>
          <a:xfrm>
            <a:off x="8813028" y="2212504"/>
            <a:ext cx="3580019" cy="1711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algn="ctr" defTabSz="1066393">
              <a:lnSpc>
                <a:spcPct val="90000"/>
              </a:lnSpc>
              <a:spcBef>
                <a:spcPts val="1300"/>
              </a:spcBef>
              <a:buClr>
                <a:schemeClr val="accent1"/>
              </a:buClr>
              <a:buFont typeface="Wingdings 2"/>
              <a:defRPr sz="3116"/>
            </a:lvl1pPr>
          </a:lstStyle>
          <a:p>
            <a:r>
              <a:rPr sz="2800" dirty="0" err="1"/>
              <a:t>Запуск</a:t>
            </a:r>
            <a:r>
              <a:rPr sz="2800" dirty="0"/>
              <a:t> </a:t>
            </a:r>
            <a:r>
              <a:rPr sz="2800" dirty="0" err="1"/>
              <a:t>инструментов</a:t>
            </a:r>
            <a:r>
              <a:rPr sz="2800" dirty="0"/>
              <a:t> </a:t>
            </a:r>
            <a:r>
              <a:rPr sz="2800" dirty="0" err="1"/>
              <a:t>профилирования</a:t>
            </a:r>
            <a:r>
              <a:rPr sz="2800" dirty="0"/>
              <a:t> и </a:t>
            </a:r>
            <a:r>
              <a:rPr sz="2800" dirty="0" err="1"/>
              <a:t>сбор</a:t>
            </a:r>
            <a:r>
              <a:rPr sz="2800" dirty="0"/>
              <a:t> </a:t>
            </a:r>
            <a:r>
              <a:rPr sz="2800" dirty="0" err="1"/>
              <a:t>профилей</a:t>
            </a:r>
            <a:endParaRPr sz="2800" dirty="0"/>
          </a:p>
        </p:txBody>
      </p:sp>
      <p:sp>
        <p:nvSpPr>
          <p:cNvPr id="250" name="Сравнение полученных нагруженных функций"/>
          <p:cNvSpPr txBox="1"/>
          <p:nvPr/>
        </p:nvSpPr>
        <p:spPr>
          <a:xfrm>
            <a:off x="8734648" y="6316960"/>
            <a:ext cx="3812005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algn="ctr" defTabSz="1092403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Font typeface="Wingdings 2"/>
              <a:defRPr sz="3191"/>
            </a:lvl1pPr>
          </a:lstStyle>
          <a:p>
            <a:r>
              <a:rPr sz="2800" dirty="0" err="1"/>
              <a:t>Сравнение</a:t>
            </a:r>
            <a:r>
              <a:rPr sz="2800" dirty="0"/>
              <a:t> </a:t>
            </a:r>
            <a:r>
              <a:rPr sz="2800" dirty="0" err="1"/>
              <a:t>полученных</a:t>
            </a:r>
            <a:r>
              <a:rPr sz="2800" dirty="0"/>
              <a:t> </a:t>
            </a:r>
            <a:r>
              <a:rPr sz="2800" dirty="0" err="1"/>
              <a:t>нагруженных</a:t>
            </a:r>
            <a:r>
              <a:rPr sz="2800" dirty="0"/>
              <a:t> </a:t>
            </a:r>
            <a:r>
              <a:rPr sz="2800" dirty="0" err="1"/>
              <a:t>функций</a:t>
            </a:r>
            <a:endParaRPr sz="2800" dirty="0"/>
          </a:p>
        </p:txBody>
      </p:sp>
      <p:sp>
        <p:nvSpPr>
          <p:cNvPr id="251" name="Стрелка"/>
          <p:cNvSpPr/>
          <p:nvPr/>
        </p:nvSpPr>
        <p:spPr>
          <a:xfrm rot="10800000">
            <a:off x="7469312" y="6459760"/>
            <a:ext cx="786327" cy="1424186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52" name="Вывод полученной статистики"/>
          <p:cNvSpPr txBox="1"/>
          <p:nvPr/>
        </p:nvSpPr>
        <p:spPr>
          <a:xfrm>
            <a:off x="3551587" y="6401767"/>
            <a:ext cx="3428797" cy="142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algn="ctr" defTabSz="1157427">
              <a:lnSpc>
                <a:spcPct val="90000"/>
              </a:lnSpc>
              <a:spcBef>
                <a:spcPts val="1500"/>
              </a:spcBef>
              <a:buClr>
                <a:schemeClr val="accent1"/>
              </a:buClr>
              <a:buFont typeface="Wingdings 2"/>
              <a:defRPr sz="3382"/>
            </a:lvl1pPr>
          </a:lstStyle>
          <a:p>
            <a:r>
              <a:rPr sz="2800" dirty="0" err="1"/>
              <a:t>Вывод</a:t>
            </a:r>
            <a:r>
              <a:rPr sz="2800" dirty="0"/>
              <a:t> </a:t>
            </a:r>
            <a:r>
              <a:rPr sz="2800" dirty="0" err="1"/>
              <a:t>полученной</a:t>
            </a:r>
            <a:r>
              <a:rPr sz="2800" dirty="0"/>
              <a:t> </a:t>
            </a:r>
            <a:r>
              <a:rPr sz="2800" dirty="0" err="1"/>
              <a:t>статистики</a:t>
            </a:r>
            <a:endParaRPr sz="2800" dirty="0"/>
          </a:p>
        </p:txBody>
      </p:sp>
      <p:sp>
        <p:nvSpPr>
          <p:cNvPr id="253" name="Сквиркл"/>
          <p:cNvSpPr/>
          <p:nvPr/>
        </p:nvSpPr>
        <p:spPr>
          <a:xfrm>
            <a:off x="334539" y="1708449"/>
            <a:ext cx="2913049" cy="2719852"/>
          </a:xfrm>
          <a:prstGeom prst="roundRect">
            <a:avLst>
              <a:gd name="adj" fmla="val 9634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54" name="Сквиркл"/>
          <p:cNvSpPr/>
          <p:nvPr/>
        </p:nvSpPr>
        <p:spPr>
          <a:xfrm>
            <a:off x="4485210" y="1708449"/>
            <a:ext cx="2913049" cy="2719851"/>
          </a:xfrm>
          <a:prstGeom prst="roundRect">
            <a:avLst>
              <a:gd name="adj" fmla="val 9634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55" name="Сквиркл"/>
          <p:cNvSpPr/>
          <p:nvPr/>
        </p:nvSpPr>
        <p:spPr>
          <a:xfrm>
            <a:off x="8720898" y="5734033"/>
            <a:ext cx="3882469" cy="2719851"/>
          </a:xfrm>
          <a:prstGeom prst="roundRect">
            <a:avLst>
              <a:gd name="adj" fmla="val 9634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56" name="Сквиркл"/>
          <p:cNvSpPr/>
          <p:nvPr/>
        </p:nvSpPr>
        <p:spPr>
          <a:xfrm>
            <a:off x="8657575" y="1714018"/>
            <a:ext cx="3945792" cy="2714282"/>
          </a:xfrm>
          <a:prstGeom prst="roundRect">
            <a:avLst>
              <a:gd name="adj" fmla="val 12618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57" name="Сквиркл"/>
          <p:cNvSpPr/>
          <p:nvPr/>
        </p:nvSpPr>
        <p:spPr>
          <a:xfrm>
            <a:off x="3551444" y="5779840"/>
            <a:ext cx="3449038" cy="2674044"/>
          </a:xfrm>
          <a:prstGeom prst="roundRect">
            <a:avLst>
              <a:gd name="adj" fmla="val 11915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58" name="Стрелка"/>
          <p:cNvSpPr/>
          <p:nvPr/>
        </p:nvSpPr>
        <p:spPr>
          <a:xfrm rot="5400000">
            <a:off x="10209874" y="4395991"/>
            <a:ext cx="786327" cy="1424186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59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373336" y="9157305"/>
            <a:ext cx="211837" cy="3388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260" name="Заголовок 1"/>
          <p:cNvSpPr txBox="1"/>
          <p:nvPr/>
        </p:nvSpPr>
        <p:spPr>
          <a:xfrm>
            <a:off x="1582820" y="358758"/>
            <a:ext cx="9839160" cy="857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b">
            <a:normAutofit/>
          </a:bodyPr>
          <a:lstStyle>
            <a:lvl1pPr algn="ctr" defTabSz="1014374">
              <a:lnSpc>
                <a:spcPct val="90000"/>
              </a:lnSpc>
              <a:defRPr sz="4835" b="1" spc="-109">
                <a:solidFill>
                  <a:srgbClr val="10275F"/>
                </a:solidFill>
              </a:defRPr>
            </a:lvl1pPr>
          </a:lstStyle>
          <a:p>
            <a:r>
              <a:rPr sz="4600" dirty="0" err="1"/>
              <a:t>Второй</a:t>
            </a:r>
            <a:r>
              <a:rPr sz="4600" dirty="0"/>
              <a:t> </a:t>
            </a:r>
            <a:r>
              <a:rPr sz="4600" dirty="0" err="1"/>
              <a:t>режим</a:t>
            </a:r>
            <a:r>
              <a:rPr sz="4600" dirty="0"/>
              <a:t> </a:t>
            </a:r>
            <a:r>
              <a:rPr sz="4600" dirty="0" err="1"/>
              <a:t>работы</a:t>
            </a:r>
            <a:r>
              <a:rPr sz="4600" dirty="0"/>
              <a:t> </a:t>
            </a:r>
            <a:r>
              <a:rPr sz="4600" dirty="0" err="1"/>
              <a:t>системы</a:t>
            </a:r>
            <a:endParaRPr sz="46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Текст"/>
          <p:cNvSpPr txBox="1"/>
          <p:nvPr/>
        </p:nvSpPr>
        <p:spPr>
          <a:xfrm>
            <a:off x="446837" y="2836206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263" name="Текст"/>
          <p:cNvSpPr txBox="1"/>
          <p:nvPr/>
        </p:nvSpPr>
        <p:spPr>
          <a:xfrm>
            <a:off x="-5861866" y="1672103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pic>
        <p:nvPicPr>
          <p:cNvPr id="264" name="page69image17682704.jpg" descr="page69image1768270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3415" y="1578990"/>
            <a:ext cx="6014245" cy="28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Вывод самых нагруженных функций для тестовой программы"/>
          <p:cNvSpPr txBox="1"/>
          <p:nvPr/>
        </p:nvSpPr>
        <p:spPr>
          <a:xfrm>
            <a:off x="473414" y="4444752"/>
            <a:ext cx="6014245" cy="96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8767" tIns="48767" rIns="48767" bIns="48767">
            <a:spAutoFit/>
          </a:bodyPr>
          <a:lstStyle>
            <a:lvl1pPr algn="ctr">
              <a:spcBef>
                <a:spcPts val="1700"/>
              </a:spcBef>
              <a:defRPr sz="2200"/>
            </a:lvl1pPr>
          </a:lstStyle>
          <a:p>
            <a:r>
              <a:rPr sz="2800" dirty="0" err="1"/>
              <a:t>Вывод</a:t>
            </a:r>
            <a:r>
              <a:rPr sz="2800" dirty="0"/>
              <a:t> </a:t>
            </a:r>
            <a:r>
              <a:rPr sz="2800" dirty="0" err="1"/>
              <a:t>самых</a:t>
            </a:r>
            <a:r>
              <a:rPr sz="2800" dirty="0"/>
              <a:t> </a:t>
            </a:r>
            <a:r>
              <a:rPr lang="ru-RU" sz="2800" dirty="0" err="1"/>
              <a:t>з</a:t>
            </a:r>
            <a:r>
              <a:rPr sz="2800" dirty="0" err="1" smtClean="0"/>
              <a:t>агруженных</a:t>
            </a:r>
            <a:r>
              <a:rPr sz="2800" dirty="0" smtClean="0"/>
              <a:t> </a:t>
            </a:r>
            <a:r>
              <a:rPr sz="2800" dirty="0" err="1"/>
              <a:t>функции</a:t>
            </a:r>
            <a:r>
              <a:rPr sz="2800" dirty="0"/>
              <a:t>̆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тестовои</a:t>
            </a:r>
            <a:r>
              <a:rPr sz="2800" dirty="0"/>
              <a:t>̆ </a:t>
            </a:r>
            <a:r>
              <a:rPr sz="2800" dirty="0" err="1"/>
              <a:t>программы</a:t>
            </a:r>
            <a:r>
              <a:rPr sz="2800" dirty="0"/>
              <a:t> </a:t>
            </a:r>
          </a:p>
        </p:txBody>
      </p:sp>
      <p:pic>
        <p:nvPicPr>
          <p:cNvPr id="266" name="page70image17505808.jpg" descr="page70image17505808.jpg"/>
          <p:cNvPicPr>
            <a:picLocks noChangeAspect="1"/>
          </p:cNvPicPr>
          <p:nvPr/>
        </p:nvPicPr>
        <p:blipFill>
          <a:blip r:embed="rId3">
            <a:extLst/>
          </a:blip>
          <a:srcRect r="6179"/>
          <a:stretch>
            <a:fillRect/>
          </a:stretch>
        </p:blipFill>
        <p:spPr>
          <a:xfrm>
            <a:off x="6604705" y="5997526"/>
            <a:ext cx="6014083" cy="258873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Вывод самых нагруженных функций для бенчмарка 7z"/>
          <p:cNvSpPr txBox="1"/>
          <p:nvPr/>
        </p:nvSpPr>
        <p:spPr>
          <a:xfrm>
            <a:off x="6604705" y="4996659"/>
            <a:ext cx="5926434" cy="96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8767" tIns="48767" rIns="48767" bIns="48767">
            <a:spAutoFit/>
          </a:bodyPr>
          <a:lstStyle>
            <a:lvl1pPr algn="ctr">
              <a:spcBef>
                <a:spcPts val="1700"/>
              </a:spcBef>
              <a:defRPr sz="2200"/>
            </a:lvl1pPr>
          </a:lstStyle>
          <a:p>
            <a:r>
              <a:rPr sz="2800" dirty="0" err="1"/>
              <a:t>Вывод</a:t>
            </a:r>
            <a:r>
              <a:rPr sz="2800" dirty="0"/>
              <a:t> </a:t>
            </a:r>
            <a:r>
              <a:rPr sz="2800" dirty="0" err="1"/>
              <a:t>самых</a:t>
            </a:r>
            <a:r>
              <a:rPr sz="2800" dirty="0"/>
              <a:t> </a:t>
            </a:r>
            <a:r>
              <a:rPr lang="ru-RU" sz="2800" dirty="0" err="1"/>
              <a:t>з</a:t>
            </a:r>
            <a:r>
              <a:rPr sz="2800" dirty="0" err="1" smtClean="0"/>
              <a:t>агруженных</a:t>
            </a:r>
            <a:r>
              <a:rPr sz="2800" dirty="0" smtClean="0"/>
              <a:t> </a:t>
            </a:r>
            <a:r>
              <a:rPr sz="2800" dirty="0" err="1"/>
              <a:t>функции</a:t>
            </a:r>
            <a:r>
              <a:rPr sz="2800" dirty="0"/>
              <a:t>̆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бенчмарка</a:t>
            </a:r>
            <a:r>
              <a:rPr sz="2800" dirty="0"/>
              <a:t> 7z </a:t>
            </a:r>
          </a:p>
        </p:txBody>
      </p:sp>
      <p:sp>
        <p:nvSpPr>
          <p:cNvPr id="268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371947" y="9173379"/>
            <a:ext cx="213226" cy="30669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269" name="Результаты работы второго режима системы"/>
          <p:cNvSpPr txBox="1"/>
          <p:nvPr/>
        </p:nvSpPr>
        <p:spPr>
          <a:xfrm>
            <a:off x="842222" y="484312"/>
            <a:ext cx="11420818" cy="735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algn="ctr" defTabSz="1300480">
              <a:lnSpc>
                <a:spcPct val="90000"/>
              </a:lnSpc>
              <a:defRPr sz="4800" b="1" spc="-109">
                <a:solidFill>
                  <a:srgbClr val="10275F"/>
                </a:solidFill>
              </a:defRPr>
            </a:lvl1pPr>
          </a:lstStyle>
          <a:p>
            <a:r>
              <a:rPr sz="4600" dirty="0" err="1"/>
              <a:t>Результаты</a:t>
            </a:r>
            <a:r>
              <a:rPr sz="4600" dirty="0"/>
              <a:t> </a:t>
            </a:r>
            <a:r>
              <a:rPr sz="4600" dirty="0" err="1"/>
              <a:t>работы</a:t>
            </a:r>
            <a:r>
              <a:rPr sz="4600" dirty="0"/>
              <a:t> </a:t>
            </a:r>
            <a:r>
              <a:rPr sz="4600" dirty="0" err="1"/>
              <a:t>второго</a:t>
            </a:r>
            <a:r>
              <a:rPr sz="4600" dirty="0"/>
              <a:t> </a:t>
            </a:r>
            <a:r>
              <a:rPr sz="4600" dirty="0" err="1"/>
              <a:t>режима</a:t>
            </a:r>
            <a:r>
              <a:rPr sz="4600" dirty="0"/>
              <a:t> </a:t>
            </a:r>
            <a:r>
              <a:rPr sz="4600" dirty="0" err="1"/>
              <a:t>системы</a:t>
            </a:r>
            <a:endParaRPr sz="4600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Текст"/>
          <p:cNvSpPr txBox="1"/>
          <p:nvPr/>
        </p:nvSpPr>
        <p:spPr>
          <a:xfrm>
            <a:off x="446837" y="2836206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272" name="Текст"/>
          <p:cNvSpPr txBox="1"/>
          <p:nvPr/>
        </p:nvSpPr>
        <p:spPr>
          <a:xfrm>
            <a:off x="-5861866" y="1672103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pic>
        <p:nvPicPr>
          <p:cNvPr id="273" name="page71image17561408.jpg" descr="page71image17561408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9872" y="2252240"/>
            <a:ext cx="9777152" cy="412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Текст"/>
          <p:cNvSpPr txBox="1"/>
          <p:nvPr/>
        </p:nvSpPr>
        <p:spPr>
          <a:xfrm>
            <a:off x="3178644" y="5806970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275" name="Вывод самых нагруженных функций для pgbench"/>
          <p:cNvSpPr txBox="1"/>
          <p:nvPr/>
        </p:nvSpPr>
        <p:spPr>
          <a:xfrm>
            <a:off x="2902000" y="6583729"/>
            <a:ext cx="7829770" cy="52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spcBef>
                <a:spcPts val="1700"/>
              </a:spcBef>
              <a:defRPr sz="2600"/>
            </a:lvl1pPr>
          </a:lstStyle>
          <a:p>
            <a:r>
              <a:rPr sz="2800" dirty="0" err="1"/>
              <a:t>Вывод</a:t>
            </a:r>
            <a:r>
              <a:rPr sz="2800" dirty="0"/>
              <a:t> </a:t>
            </a:r>
            <a:r>
              <a:rPr sz="2800" dirty="0" err="1"/>
              <a:t>самых</a:t>
            </a:r>
            <a:r>
              <a:rPr sz="2800" dirty="0"/>
              <a:t> </a:t>
            </a:r>
            <a:r>
              <a:rPr lang="ru-RU" sz="2800" dirty="0" err="1"/>
              <a:t>з</a:t>
            </a:r>
            <a:r>
              <a:rPr sz="2800" dirty="0" err="1" smtClean="0"/>
              <a:t>агруженных</a:t>
            </a:r>
            <a:r>
              <a:rPr sz="2800" dirty="0" smtClean="0"/>
              <a:t> </a:t>
            </a:r>
            <a:r>
              <a:rPr sz="2800" dirty="0" err="1"/>
              <a:t>функции</a:t>
            </a:r>
            <a:r>
              <a:rPr sz="2800" dirty="0"/>
              <a:t>̆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pgbench</a:t>
            </a:r>
            <a:r>
              <a:rPr sz="2800" dirty="0"/>
              <a:t> </a:t>
            </a:r>
          </a:p>
        </p:txBody>
      </p:sp>
      <p:sp>
        <p:nvSpPr>
          <p:cNvPr id="276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371947" y="9173379"/>
            <a:ext cx="213226" cy="30669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10" name="Результаты работы второго режима системы"/>
          <p:cNvSpPr txBox="1"/>
          <p:nvPr/>
        </p:nvSpPr>
        <p:spPr>
          <a:xfrm>
            <a:off x="842222" y="484312"/>
            <a:ext cx="11420818" cy="735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algn="ctr" defTabSz="1300480">
              <a:lnSpc>
                <a:spcPct val="90000"/>
              </a:lnSpc>
              <a:defRPr sz="4800" b="1" spc="-109">
                <a:solidFill>
                  <a:srgbClr val="10275F"/>
                </a:solidFill>
              </a:defRPr>
            </a:lvl1pPr>
          </a:lstStyle>
          <a:p>
            <a:r>
              <a:rPr sz="4600" dirty="0" err="1"/>
              <a:t>Результаты</a:t>
            </a:r>
            <a:r>
              <a:rPr sz="4600" dirty="0"/>
              <a:t> </a:t>
            </a:r>
            <a:r>
              <a:rPr sz="4600" dirty="0" err="1"/>
              <a:t>работы</a:t>
            </a:r>
            <a:r>
              <a:rPr sz="4600" dirty="0"/>
              <a:t> </a:t>
            </a:r>
            <a:r>
              <a:rPr sz="4600" dirty="0" err="1"/>
              <a:t>второго</a:t>
            </a:r>
            <a:r>
              <a:rPr sz="4600" dirty="0"/>
              <a:t> </a:t>
            </a:r>
            <a:r>
              <a:rPr sz="4600" dirty="0" err="1"/>
              <a:t>режима</a:t>
            </a:r>
            <a:r>
              <a:rPr sz="4600" dirty="0"/>
              <a:t> </a:t>
            </a:r>
            <a:r>
              <a:rPr sz="4600" dirty="0" err="1"/>
              <a:t>системы</a:t>
            </a:r>
            <a:endParaRPr sz="460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Стрелка"/>
          <p:cNvSpPr/>
          <p:nvPr/>
        </p:nvSpPr>
        <p:spPr>
          <a:xfrm>
            <a:off x="3547808" y="2581042"/>
            <a:ext cx="786327" cy="1424186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80" name="Режим работы"/>
          <p:cNvSpPr txBox="1">
            <a:spLocks noGrp="1"/>
          </p:cNvSpPr>
          <p:nvPr>
            <p:ph type="body" sz="quarter" idx="1"/>
          </p:nvPr>
        </p:nvSpPr>
        <p:spPr>
          <a:xfrm>
            <a:off x="446560" y="2704080"/>
            <a:ext cx="2873335" cy="11781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767283">
              <a:spcBef>
                <a:spcPts val="1000"/>
              </a:spcBef>
              <a:buSzTx/>
              <a:buFont typeface="Wingdings 2"/>
              <a:buNone/>
              <a:defRPr sz="3480"/>
            </a:lvl1pPr>
          </a:lstStyle>
          <a:p>
            <a:pPr algn="ctr"/>
            <a:r>
              <a:rPr lang="ru-RU" sz="2800" dirty="0" smtClean="0"/>
              <a:t>Номер режима работы</a:t>
            </a:r>
            <a:endParaRPr sz="2800" dirty="0"/>
          </a:p>
        </p:txBody>
      </p:sp>
      <p:sp>
        <p:nvSpPr>
          <p:cNvPr id="281" name="Ввод пользователем строчки запуска программы"/>
          <p:cNvSpPr txBox="1"/>
          <p:nvPr/>
        </p:nvSpPr>
        <p:spPr>
          <a:xfrm>
            <a:off x="4595180" y="2509642"/>
            <a:ext cx="2808317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 lnSpcReduction="10000"/>
          </a:bodyPr>
          <a:lstStyle>
            <a:lvl1pPr algn="ctr" defTabSz="806297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2"/>
              <a:defRPr sz="2728"/>
            </a:lvl1pPr>
          </a:lstStyle>
          <a:p>
            <a:r>
              <a:rPr sz="2800" dirty="0" err="1"/>
              <a:t>Ввод</a:t>
            </a:r>
            <a:r>
              <a:rPr sz="2800" dirty="0"/>
              <a:t> </a:t>
            </a:r>
            <a:r>
              <a:rPr sz="2800" dirty="0" err="1"/>
              <a:t>пользователем</a:t>
            </a:r>
            <a:r>
              <a:rPr sz="2800" dirty="0"/>
              <a:t> </a:t>
            </a:r>
            <a:r>
              <a:rPr sz="2800" dirty="0" err="1"/>
              <a:t>строчки</a:t>
            </a:r>
            <a:r>
              <a:rPr sz="2800" dirty="0"/>
              <a:t> </a:t>
            </a:r>
            <a:r>
              <a:rPr sz="2800" dirty="0" err="1"/>
              <a:t>запуска</a:t>
            </a:r>
            <a:r>
              <a:rPr sz="2800" dirty="0"/>
              <a:t> </a:t>
            </a:r>
            <a:r>
              <a:rPr sz="2800" dirty="0" err="1"/>
              <a:t>программы</a:t>
            </a:r>
            <a:endParaRPr sz="2800" dirty="0"/>
          </a:p>
        </p:txBody>
      </p:sp>
      <p:sp>
        <p:nvSpPr>
          <p:cNvPr id="282" name="Стрелка"/>
          <p:cNvSpPr/>
          <p:nvPr/>
        </p:nvSpPr>
        <p:spPr>
          <a:xfrm>
            <a:off x="7679542" y="2581042"/>
            <a:ext cx="786327" cy="1424186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83" name="Запуск инструментов профилирования"/>
          <p:cNvSpPr txBox="1"/>
          <p:nvPr/>
        </p:nvSpPr>
        <p:spPr>
          <a:xfrm>
            <a:off x="8728367" y="2509642"/>
            <a:ext cx="3812006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algn="ctr" defTabSz="1235455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Font typeface="Wingdings 2"/>
              <a:defRPr sz="3609"/>
            </a:lvl1pPr>
          </a:lstStyle>
          <a:p>
            <a:r>
              <a:rPr sz="2800" dirty="0" err="1"/>
              <a:t>Запуск</a:t>
            </a:r>
            <a:r>
              <a:rPr sz="2800" dirty="0"/>
              <a:t> </a:t>
            </a:r>
            <a:r>
              <a:rPr sz="2800" dirty="0" err="1"/>
              <a:t>инструментов</a:t>
            </a:r>
            <a:r>
              <a:rPr sz="2800" dirty="0"/>
              <a:t> </a:t>
            </a:r>
            <a:r>
              <a:rPr sz="2800" dirty="0" err="1"/>
              <a:t>профилирования</a:t>
            </a:r>
            <a:endParaRPr sz="2800" dirty="0"/>
          </a:p>
        </p:txBody>
      </p:sp>
      <p:sp>
        <p:nvSpPr>
          <p:cNvPr id="284" name="Вычисление количества блокировок и возможные причины"/>
          <p:cNvSpPr txBox="1"/>
          <p:nvPr/>
        </p:nvSpPr>
        <p:spPr>
          <a:xfrm>
            <a:off x="8734648" y="5757799"/>
            <a:ext cx="3812006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algn="ctr" defTabSz="1040384">
              <a:lnSpc>
                <a:spcPct val="90000"/>
              </a:lnSpc>
              <a:spcBef>
                <a:spcPts val="1300"/>
              </a:spcBef>
              <a:buClr>
                <a:schemeClr val="accent1"/>
              </a:buClr>
              <a:buFont typeface="Wingdings 2"/>
              <a:defRPr sz="3040"/>
            </a:lvl1pPr>
          </a:lstStyle>
          <a:p>
            <a:r>
              <a:rPr sz="2800" dirty="0" err="1"/>
              <a:t>Вычисление</a:t>
            </a:r>
            <a:r>
              <a:rPr sz="2800" dirty="0"/>
              <a:t> </a:t>
            </a:r>
            <a:r>
              <a:rPr sz="2800" dirty="0" err="1"/>
              <a:t>количества</a:t>
            </a:r>
            <a:r>
              <a:rPr sz="2800" dirty="0"/>
              <a:t> </a:t>
            </a:r>
            <a:r>
              <a:rPr sz="2800" dirty="0" err="1"/>
              <a:t>блокировок</a:t>
            </a:r>
            <a:r>
              <a:rPr sz="2800" dirty="0"/>
              <a:t> и </a:t>
            </a:r>
            <a:r>
              <a:rPr sz="2800" dirty="0" err="1"/>
              <a:t>возможные</a:t>
            </a:r>
            <a:r>
              <a:rPr sz="2800" dirty="0"/>
              <a:t> </a:t>
            </a:r>
            <a:r>
              <a:rPr sz="2800" dirty="0" err="1"/>
              <a:t>причины</a:t>
            </a:r>
            <a:endParaRPr sz="2800" dirty="0"/>
          </a:p>
        </p:txBody>
      </p:sp>
      <p:sp>
        <p:nvSpPr>
          <p:cNvPr id="286" name="Сквиркл"/>
          <p:cNvSpPr/>
          <p:nvPr/>
        </p:nvSpPr>
        <p:spPr>
          <a:xfrm>
            <a:off x="397534" y="2515399"/>
            <a:ext cx="2913048" cy="1555472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87" name="Сквиркл"/>
          <p:cNvSpPr/>
          <p:nvPr/>
        </p:nvSpPr>
        <p:spPr>
          <a:xfrm>
            <a:off x="4548205" y="2515399"/>
            <a:ext cx="2913048" cy="1555472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88" name="Сквиркл"/>
          <p:cNvSpPr/>
          <p:nvPr/>
        </p:nvSpPr>
        <p:spPr>
          <a:xfrm>
            <a:off x="8724797" y="2515399"/>
            <a:ext cx="3882469" cy="1555472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89" name="Сквиркл"/>
          <p:cNvSpPr/>
          <p:nvPr/>
        </p:nvSpPr>
        <p:spPr>
          <a:xfrm>
            <a:off x="8722339" y="5763556"/>
            <a:ext cx="3882469" cy="1555472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91" name="Стрелка"/>
          <p:cNvSpPr/>
          <p:nvPr/>
        </p:nvSpPr>
        <p:spPr>
          <a:xfrm rot="10800000">
            <a:off x="6648614" y="5829199"/>
            <a:ext cx="1817255" cy="1424186"/>
          </a:xfrm>
          <a:prstGeom prst="rightArrow">
            <a:avLst>
              <a:gd name="adj1" fmla="val 32000"/>
              <a:gd name="adj2" fmla="val 39014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95" name="Вывод общего числа бликировок и возможные причины"/>
          <p:cNvSpPr txBox="1"/>
          <p:nvPr/>
        </p:nvSpPr>
        <p:spPr>
          <a:xfrm>
            <a:off x="2955607" y="5758086"/>
            <a:ext cx="3428796" cy="15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ctr">
            <a:normAutofit/>
          </a:bodyPr>
          <a:lstStyle>
            <a:lvl1pPr algn="ctr" defTabSz="1053388">
              <a:lnSpc>
                <a:spcPct val="90000"/>
              </a:lnSpc>
              <a:spcBef>
                <a:spcPts val="1300"/>
              </a:spcBef>
              <a:buClr>
                <a:schemeClr val="accent1"/>
              </a:buClr>
              <a:buFont typeface="Wingdings 2"/>
              <a:defRPr sz="3078"/>
            </a:lvl1pPr>
          </a:lstStyle>
          <a:p>
            <a:r>
              <a:rPr sz="2800" dirty="0" err="1"/>
              <a:t>Вывод</a:t>
            </a:r>
            <a:r>
              <a:rPr sz="2800" dirty="0"/>
              <a:t> </a:t>
            </a:r>
            <a:r>
              <a:rPr sz="2800" dirty="0" err="1"/>
              <a:t>общего</a:t>
            </a:r>
            <a:r>
              <a:rPr sz="2800" dirty="0"/>
              <a:t> </a:t>
            </a:r>
            <a:r>
              <a:rPr sz="2800" dirty="0" err="1"/>
              <a:t>числа</a:t>
            </a:r>
            <a:r>
              <a:rPr sz="2800" dirty="0"/>
              <a:t> </a:t>
            </a:r>
            <a:r>
              <a:rPr sz="2800" dirty="0" err="1"/>
              <a:t>бликировок</a:t>
            </a:r>
            <a:r>
              <a:rPr sz="2800" dirty="0"/>
              <a:t> и </a:t>
            </a:r>
            <a:r>
              <a:rPr sz="2800" dirty="0" err="1"/>
              <a:t>возможные</a:t>
            </a:r>
            <a:r>
              <a:rPr sz="2800" dirty="0"/>
              <a:t> </a:t>
            </a:r>
            <a:r>
              <a:rPr sz="2800" dirty="0" err="1"/>
              <a:t>причины</a:t>
            </a:r>
            <a:endParaRPr sz="2800" dirty="0"/>
          </a:p>
        </p:txBody>
      </p:sp>
      <p:sp>
        <p:nvSpPr>
          <p:cNvPr id="296" name="Сквиркл"/>
          <p:cNvSpPr/>
          <p:nvPr/>
        </p:nvSpPr>
        <p:spPr>
          <a:xfrm>
            <a:off x="2957194" y="5763269"/>
            <a:ext cx="3425622" cy="1555471"/>
          </a:xfrm>
          <a:prstGeom prst="roundRect">
            <a:avLst>
              <a:gd name="adj" fmla="val 15000"/>
            </a:avLst>
          </a:prstGeom>
          <a:ln w="3175">
            <a:solidFill>
              <a:srgbClr val="10275F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98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271736" y="9157305"/>
            <a:ext cx="313437" cy="33883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23" name="Стрелка"/>
          <p:cNvSpPr/>
          <p:nvPr/>
        </p:nvSpPr>
        <p:spPr>
          <a:xfrm rot="5400000">
            <a:off x="10316723" y="4214734"/>
            <a:ext cx="786327" cy="1424186"/>
          </a:xfrm>
          <a:prstGeom prst="rightArrow">
            <a:avLst>
              <a:gd name="adj1" fmla="val 32000"/>
              <a:gd name="adj2" fmla="val 70662"/>
            </a:avLst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lIns="48767" tIns="48767" rIns="48767" bIns="48767" anchor="ctr"/>
          <a:lstStyle/>
          <a:p>
            <a:endParaRPr/>
          </a:p>
        </p:txBody>
      </p:sp>
      <p:sp>
        <p:nvSpPr>
          <p:cNvPr id="25" name="Заголовок 1"/>
          <p:cNvSpPr txBox="1"/>
          <p:nvPr/>
        </p:nvSpPr>
        <p:spPr>
          <a:xfrm>
            <a:off x="1582820" y="358758"/>
            <a:ext cx="9839160" cy="857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b">
            <a:normAutofit/>
          </a:bodyPr>
          <a:lstStyle>
            <a:lvl1pPr algn="ctr" defTabSz="1014374">
              <a:lnSpc>
                <a:spcPct val="90000"/>
              </a:lnSpc>
              <a:defRPr sz="4835" b="1" spc="-109">
                <a:solidFill>
                  <a:srgbClr val="10275F"/>
                </a:solidFill>
              </a:defRPr>
            </a:lvl1pPr>
          </a:lstStyle>
          <a:p>
            <a:r>
              <a:rPr lang="ru-RU" sz="4600" dirty="0" smtClean="0"/>
              <a:t>Третий </a:t>
            </a:r>
            <a:r>
              <a:rPr sz="4600" dirty="0" err="1" smtClean="0"/>
              <a:t>режим</a:t>
            </a:r>
            <a:r>
              <a:rPr sz="4600" dirty="0" smtClean="0"/>
              <a:t> </a:t>
            </a:r>
            <a:r>
              <a:rPr sz="4600" dirty="0" err="1"/>
              <a:t>работы</a:t>
            </a:r>
            <a:r>
              <a:rPr sz="4600" dirty="0"/>
              <a:t> </a:t>
            </a:r>
            <a:r>
              <a:rPr sz="4600" dirty="0" err="1"/>
              <a:t>системы</a:t>
            </a:r>
            <a:endParaRPr sz="4600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Текст"/>
          <p:cNvSpPr txBox="1"/>
          <p:nvPr/>
        </p:nvSpPr>
        <p:spPr>
          <a:xfrm>
            <a:off x="446837" y="2836206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302" name="Текст"/>
          <p:cNvSpPr txBox="1"/>
          <p:nvPr/>
        </p:nvSpPr>
        <p:spPr>
          <a:xfrm>
            <a:off x="-5861866" y="1672103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303" name="Текст"/>
          <p:cNvSpPr txBox="1"/>
          <p:nvPr/>
        </p:nvSpPr>
        <p:spPr>
          <a:xfrm>
            <a:off x="3178644" y="5806970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306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268958" y="9173379"/>
            <a:ext cx="316215" cy="30669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307" name="Результаты работы третьего режима системы"/>
          <p:cNvSpPr txBox="1"/>
          <p:nvPr/>
        </p:nvSpPr>
        <p:spPr>
          <a:xfrm>
            <a:off x="745757" y="418867"/>
            <a:ext cx="11513286" cy="1424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algn="ctr" defTabSz="1300480">
              <a:lnSpc>
                <a:spcPct val="90000"/>
              </a:lnSpc>
              <a:defRPr sz="4800" b="1" spc="-109">
                <a:solidFill>
                  <a:srgbClr val="10275F"/>
                </a:solidFill>
              </a:defRPr>
            </a:lvl1pPr>
          </a:lstStyle>
          <a:p>
            <a:r>
              <a:t>Результаты работы третьего режима системы</a:t>
            </a:r>
          </a:p>
        </p:txBody>
      </p:sp>
      <p:sp>
        <p:nvSpPr>
          <p:cNvPr id="308" name="Вывод третьего режима при тестирование на бенчмарке 7zip"/>
          <p:cNvSpPr txBox="1"/>
          <p:nvPr/>
        </p:nvSpPr>
        <p:spPr>
          <a:xfrm>
            <a:off x="1821880" y="7613104"/>
            <a:ext cx="9569028" cy="52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spcBef>
                <a:spcPts val="1700"/>
              </a:spcBef>
              <a:defRPr sz="2600"/>
            </a:lvl1pPr>
          </a:lstStyle>
          <a:p>
            <a:r>
              <a:rPr sz="2800" dirty="0" err="1"/>
              <a:t>Вывод</a:t>
            </a:r>
            <a:r>
              <a:rPr sz="2800" dirty="0"/>
              <a:t> </a:t>
            </a:r>
            <a:r>
              <a:rPr sz="2800" dirty="0" err="1"/>
              <a:t>третьего</a:t>
            </a:r>
            <a:r>
              <a:rPr sz="2800" dirty="0"/>
              <a:t> </a:t>
            </a:r>
            <a:r>
              <a:rPr sz="2800" dirty="0" err="1"/>
              <a:t>режима</a:t>
            </a:r>
            <a:r>
              <a:rPr sz="2800" dirty="0"/>
              <a:t> </a:t>
            </a:r>
            <a:r>
              <a:rPr sz="2800" dirty="0" err="1"/>
              <a:t>при</a:t>
            </a:r>
            <a:r>
              <a:rPr sz="2800" dirty="0"/>
              <a:t> </a:t>
            </a:r>
            <a:r>
              <a:rPr sz="2800" dirty="0" err="1"/>
              <a:t>тестирование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бенчмарке</a:t>
            </a:r>
            <a:r>
              <a:rPr sz="2800" dirty="0"/>
              <a:t> 7zip</a:t>
            </a:r>
          </a:p>
        </p:txBody>
      </p:sp>
      <p:pic>
        <p:nvPicPr>
          <p:cNvPr id="2" name="Picture 2" descr="D:\Фото вкр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68" y="1857642"/>
            <a:ext cx="11435184" cy="553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Заголовок 1"/>
          <p:cNvSpPr txBox="1"/>
          <p:nvPr/>
        </p:nvSpPr>
        <p:spPr>
          <a:xfrm>
            <a:off x="1582820" y="358758"/>
            <a:ext cx="9839160" cy="857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767" tIns="48767" rIns="48767" bIns="48767" anchor="b">
            <a:normAutofit/>
          </a:bodyPr>
          <a:lstStyle>
            <a:lvl1pPr algn="ctr" defTabSz="1105408">
              <a:lnSpc>
                <a:spcPct val="90000"/>
              </a:lnSpc>
              <a:defRPr sz="5270" b="1" spc="-119">
                <a:solidFill>
                  <a:srgbClr val="10275F"/>
                </a:solidFill>
              </a:defRPr>
            </a:lvl1pPr>
          </a:lstStyle>
          <a:p>
            <a:r>
              <a:t>Основные результаты</a:t>
            </a:r>
          </a:p>
        </p:txBody>
      </p:sp>
      <p:sp>
        <p:nvSpPr>
          <p:cNvPr id="311" name="Текст"/>
          <p:cNvSpPr txBox="1"/>
          <p:nvPr/>
        </p:nvSpPr>
        <p:spPr>
          <a:xfrm>
            <a:off x="446837" y="2836206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312" name="Текст"/>
          <p:cNvSpPr txBox="1"/>
          <p:nvPr/>
        </p:nvSpPr>
        <p:spPr>
          <a:xfrm>
            <a:off x="-5861866" y="1672103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313" name="Текст"/>
          <p:cNvSpPr txBox="1"/>
          <p:nvPr/>
        </p:nvSpPr>
        <p:spPr>
          <a:xfrm>
            <a:off x="3178644" y="5806970"/>
            <a:ext cx="161037" cy="58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>
              <a:defRPr sz="1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314" name="Изучены инструменты мониторинга производительности и утилиты профилирования программного обеспечения…"/>
          <p:cNvSpPr txBox="1">
            <a:spLocks noGrp="1"/>
          </p:cNvSpPr>
          <p:nvPr>
            <p:ph type="body" idx="1"/>
          </p:nvPr>
        </p:nvSpPr>
        <p:spPr>
          <a:xfrm>
            <a:off x="704247" y="1678418"/>
            <a:ext cx="11829459" cy="6858055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225827" indent="-225827" defTabSz="1131417">
              <a:lnSpc>
                <a:spcPct val="120000"/>
              </a:lnSpc>
              <a:spcBef>
                <a:spcPts val="3200"/>
              </a:spcBef>
              <a:buClr>
                <a:schemeClr val="accent1"/>
              </a:buClr>
              <a:buFontTx/>
              <a:buChar char="●"/>
              <a:defRPr sz="3828">
                <a:latin typeface="+mn-lt"/>
                <a:ea typeface="+mn-ea"/>
                <a:cs typeface="+mn-cs"/>
                <a:sym typeface="Corbel"/>
              </a:defRPr>
            </a:pPr>
            <a:r>
              <a:rPr sz="3650" dirty="0" err="1"/>
              <a:t>Изучены</a:t>
            </a:r>
            <a:r>
              <a:rPr sz="3650" dirty="0"/>
              <a:t> </a:t>
            </a:r>
            <a:r>
              <a:rPr sz="3650" dirty="0" err="1"/>
              <a:t>инструменты</a:t>
            </a:r>
            <a:r>
              <a:rPr sz="3650" dirty="0"/>
              <a:t> </a:t>
            </a:r>
            <a:r>
              <a:rPr sz="3650" dirty="0" err="1"/>
              <a:t>мониторинга</a:t>
            </a:r>
            <a:r>
              <a:rPr sz="3650" dirty="0"/>
              <a:t> </a:t>
            </a:r>
            <a:r>
              <a:rPr sz="3650" dirty="0" err="1"/>
              <a:t>производительности</a:t>
            </a:r>
            <a:r>
              <a:rPr sz="3650" dirty="0"/>
              <a:t> и </a:t>
            </a:r>
            <a:r>
              <a:rPr sz="3650" dirty="0" err="1"/>
              <a:t>утилиты</a:t>
            </a:r>
            <a:r>
              <a:rPr sz="3650" dirty="0"/>
              <a:t> </a:t>
            </a:r>
            <a:r>
              <a:rPr sz="3650" dirty="0" err="1"/>
              <a:t>профилирования</a:t>
            </a:r>
            <a:r>
              <a:rPr sz="3650" dirty="0"/>
              <a:t> </a:t>
            </a:r>
            <a:r>
              <a:rPr sz="3650" dirty="0" err="1"/>
              <a:t>программного</a:t>
            </a:r>
            <a:r>
              <a:rPr sz="3650" dirty="0"/>
              <a:t> </a:t>
            </a:r>
            <a:r>
              <a:rPr sz="3650" dirty="0" err="1"/>
              <a:t>обеспечения</a:t>
            </a:r>
            <a:r>
              <a:rPr sz="3650" dirty="0"/>
              <a:t> </a:t>
            </a:r>
          </a:p>
          <a:p>
            <a:pPr marL="225827" indent="-225827" defTabSz="1131417">
              <a:lnSpc>
                <a:spcPct val="120000"/>
              </a:lnSpc>
              <a:spcBef>
                <a:spcPts val="3200"/>
              </a:spcBef>
              <a:buClr>
                <a:schemeClr val="accent1"/>
              </a:buClr>
              <a:buFontTx/>
              <a:buChar char="●"/>
              <a:defRPr sz="3828">
                <a:latin typeface="+mn-lt"/>
                <a:ea typeface="+mn-ea"/>
                <a:cs typeface="+mn-cs"/>
                <a:sym typeface="Corbel"/>
              </a:defRPr>
            </a:pPr>
            <a:r>
              <a:rPr sz="3650" dirty="0" err="1"/>
              <a:t>Разработана</a:t>
            </a:r>
            <a:r>
              <a:rPr sz="3650" dirty="0"/>
              <a:t> </a:t>
            </a:r>
            <a:r>
              <a:rPr sz="3650" dirty="0" err="1"/>
              <a:t>система</a:t>
            </a:r>
            <a:r>
              <a:rPr sz="3650" dirty="0"/>
              <a:t>, </a:t>
            </a:r>
            <a:r>
              <a:rPr sz="3650" dirty="0" err="1"/>
              <a:t>отображающая</a:t>
            </a:r>
            <a:r>
              <a:rPr sz="3650" dirty="0"/>
              <a:t> </a:t>
            </a:r>
            <a:r>
              <a:rPr sz="3650" dirty="0" err="1"/>
              <a:t>статистику</a:t>
            </a:r>
            <a:r>
              <a:rPr sz="3650" dirty="0"/>
              <a:t> </a:t>
            </a:r>
            <a:r>
              <a:rPr sz="3650" dirty="0" err="1"/>
              <a:t>по</a:t>
            </a:r>
            <a:r>
              <a:rPr sz="3650" dirty="0"/>
              <a:t> </a:t>
            </a:r>
            <a:r>
              <a:rPr sz="3650" dirty="0" err="1"/>
              <a:t>использованию</a:t>
            </a:r>
            <a:r>
              <a:rPr sz="3650" dirty="0"/>
              <a:t> </a:t>
            </a:r>
            <a:r>
              <a:rPr sz="3650" dirty="0" err="1"/>
              <a:t>диска</a:t>
            </a:r>
            <a:r>
              <a:rPr sz="3650" dirty="0"/>
              <a:t>, </a:t>
            </a:r>
            <a:r>
              <a:rPr sz="3650" dirty="0" err="1"/>
              <a:t>сети</a:t>
            </a:r>
            <a:r>
              <a:rPr sz="3650" dirty="0"/>
              <a:t> и </a:t>
            </a:r>
            <a:r>
              <a:rPr sz="3650" dirty="0" err="1"/>
              <a:t>процессора</a:t>
            </a:r>
            <a:r>
              <a:rPr sz="3650" dirty="0"/>
              <a:t> </a:t>
            </a:r>
            <a:r>
              <a:rPr sz="3650" dirty="0" err="1"/>
              <a:t>во</a:t>
            </a:r>
            <a:r>
              <a:rPr sz="3650" dirty="0"/>
              <a:t> </a:t>
            </a:r>
            <a:r>
              <a:rPr sz="3650" dirty="0" err="1"/>
              <a:t>время</a:t>
            </a:r>
            <a:r>
              <a:rPr sz="3650" dirty="0"/>
              <a:t> </a:t>
            </a:r>
            <a:r>
              <a:rPr sz="3650" dirty="0" err="1"/>
              <a:t>выполнения</a:t>
            </a:r>
            <a:r>
              <a:rPr sz="3650" dirty="0"/>
              <a:t> </a:t>
            </a:r>
            <a:r>
              <a:rPr sz="3650" dirty="0" err="1"/>
              <a:t>программы</a:t>
            </a:r>
            <a:r>
              <a:rPr sz="3650" dirty="0"/>
              <a:t>, </a:t>
            </a:r>
            <a:r>
              <a:rPr sz="3650" dirty="0" err="1"/>
              <a:t>статистику</a:t>
            </a:r>
            <a:r>
              <a:rPr sz="3650" dirty="0"/>
              <a:t> </a:t>
            </a:r>
            <a:r>
              <a:rPr sz="3650" dirty="0" err="1"/>
              <a:t>по</a:t>
            </a:r>
            <a:r>
              <a:rPr sz="3650" dirty="0"/>
              <a:t> </a:t>
            </a:r>
            <a:r>
              <a:rPr lang="ru-RU" sz="3650" dirty="0" err="1"/>
              <a:t>з</a:t>
            </a:r>
            <a:r>
              <a:rPr sz="3650" smtClean="0"/>
              <a:t>агруженным</a:t>
            </a:r>
            <a:r>
              <a:rPr sz="3650" dirty="0" smtClean="0"/>
              <a:t> </a:t>
            </a:r>
            <a:r>
              <a:rPr sz="3650" dirty="0" err="1"/>
              <a:t>функциям</a:t>
            </a:r>
            <a:r>
              <a:rPr sz="3650" dirty="0"/>
              <a:t> и </a:t>
            </a:r>
            <a:r>
              <a:rPr sz="3650" dirty="0" err="1"/>
              <a:t>блокировкам</a:t>
            </a:r>
            <a:r>
              <a:rPr sz="3650" dirty="0"/>
              <a:t> </a:t>
            </a:r>
            <a:r>
              <a:rPr sz="3650" dirty="0" err="1"/>
              <a:t>конвейера</a:t>
            </a:r>
            <a:endParaRPr sz="3650" dirty="0"/>
          </a:p>
          <a:p>
            <a:pPr marL="225827" indent="-225827" defTabSz="1131417">
              <a:lnSpc>
                <a:spcPct val="120000"/>
              </a:lnSpc>
              <a:spcBef>
                <a:spcPts val="3200"/>
              </a:spcBef>
              <a:buClr>
                <a:schemeClr val="accent1"/>
              </a:buClr>
              <a:buFontTx/>
              <a:buChar char="●"/>
              <a:defRPr sz="3828">
                <a:latin typeface="+mn-lt"/>
                <a:ea typeface="+mn-ea"/>
                <a:cs typeface="+mn-cs"/>
                <a:sym typeface="Corbel"/>
              </a:defRPr>
            </a:pPr>
            <a:r>
              <a:rPr sz="3650" dirty="0" err="1"/>
              <a:t>Протестирована</a:t>
            </a:r>
            <a:r>
              <a:rPr sz="3650" dirty="0"/>
              <a:t> </a:t>
            </a:r>
            <a:r>
              <a:rPr sz="3650" dirty="0" err="1"/>
              <a:t>разработанная</a:t>
            </a:r>
            <a:r>
              <a:rPr sz="3650" dirty="0"/>
              <a:t> </a:t>
            </a:r>
            <a:r>
              <a:rPr sz="3650" dirty="0" err="1"/>
              <a:t>система</a:t>
            </a:r>
            <a:r>
              <a:rPr sz="3650" dirty="0"/>
              <a:t> </a:t>
            </a:r>
            <a:r>
              <a:rPr sz="3650" dirty="0" err="1"/>
              <a:t>на</a:t>
            </a:r>
            <a:r>
              <a:rPr sz="3650" dirty="0"/>
              <a:t> </a:t>
            </a:r>
            <a:r>
              <a:rPr sz="3650" dirty="0" err="1"/>
              <a:t>различных</a:t>
            </a:r>
            <a:r>
              <a:rPr sz="3650" dirty="0"/>
              <a:t> </a:t>
            </a:r>
            <a:r>
              <a:rPr sz="3650" dirty="0" err="1"/>
              <a:t>программах</a:t>
            </a:r>
            <a:r>
              <a:rPr sz="3650" dirty="0"/>
              <a:t>, </a:t>
            </a:r>
            <a:r>
              <a:rPr sz="3650" dirty="0" err="1"/>
              <a:t>оказывающих</a:t>
            </a:r>
            <a:r>
              <a:rPr sz="3650" dirty="0"/>
              <a:t> </a:t>
            </a:r>
            <a:r>
              <a:rPr sz="3650" dirty="0" err="1"/>
              <a:t>разную</a:t>
            </a:r>
            <a:r>
              <a:rPr sz="3650" dirty="0"/>
              <a:t> </a:t>
            </a:r>
            <a:r>
              <a:rPr sz="3650" dirty="0" err="1"/>
              <a:t>нагрузку</a:t>
            </a:r>
            <a:r>
              <a:rPr sz="3650" dirty="0"/>
              <a:t> </a:t>
            </a:r>
            <a:r>
              <a:rPr sz="3650" dirty="0" err="1"/>
              <a:t>на</a:t>
            </a:r>
            <a:r>
              <a:rPr sz="3650" dirty="0"/>
              <a:t> </a:t>
            </a:r>
            <a:r>
              <a:rPr sz="3650" dirty="0" err="1"/>
              <a:t>систему</a:t>
            </a:r>
            <a:endParaRPr sz="3650" dirty="0"/>
          </a:p>
        </p:txBody>
      </p:sp>
      <p:sp>
        <p:nvSpPr>
          <p:cNvPr id="315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2268958" y="9173379"/>
            <a:ext cx="316215" cy="30669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Рамка">
  <a:themeElements>
    <a:clrScheme name="Рамк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0000FF"/>
      </a:hlink>
      <a:folHlink>
        <a:srgbClr val="FF00FF"/>
      </a:folHlink>
    </a:clrScheme>
    <a:fontScheme name="Рамка">
      <a:majorFont>
        <a:latin typeface="Helvetica"/>
        <a:ea typeface="Helvetica"/>
        <a:cs typeface="Helvetica"/>
      </a:majorFont>
      <a:minorFont>
        <a:latin typeface="Corbel"/>
        <a:ea typeface="Corbel"/>
        <a:cs typeface="Corbel"/>
      </a:minorFont>
    </a:fontScheme>
    <a:fmtScheme name="Рамк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1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8767" tIns="48767" rIns="48767" bIns="48767" numCol="1" spcCol="38100" rtlCol="0" anchor="ctr">
        <a:spAutoFit/>
      </a:bodyPr>
      <a:lstStyle>
        <a:defPPr marL="0" marR="0" indent="0" algn="l" defTabSz="650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be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8767" tIns="48767" rIns="48767" bIns="48767" numCol="1" spcCol="38100" rtlCol="0" anchor="t">
        <a:spAutoFit/>
      </a:bodyPr>
      <a:lstStyle>
        <a:defPPr marL="0" marR="0" indent="0" algn="l" defTabSz="650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be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Рамка">
  <a:themeElements>
    <a:clrScheme name="Рамк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0000FF"/>
      </a:hlink>
      <a:folHlink>
        <a:srgbClr val="FF00FF"/>
      </a:folHlink>
    </a:clrScheme>
    <a:fontScheme name="Рамка">
      <a:majorFont>
        <a:latin typeface="Helvetica"/>
        <a:ea typeface="Helvetica"/>
        <a:cs typeface="Helvetica"/>
      </a:majorFont>
      <a:minorFont>
        <a:latin typeface="Corbel"/>
        <a:ea typeface="Corbel"/>
        <a:cs typeface="Corbel"/>
      </a:minorFont>
    </a:fontScheme>
    <a:fmtScheme name="Рамк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1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8767" tIns="48767" rIns="48767" bIns="48767" numCol="1" spcCol="38100" rtlCol="0" anchor="ctr">
        <a:spAutoFit/>
      </a:bodyPr>
      <a:lstStyle>
        <a:defPPr marL="0" marR="0" indent="0" algn="l" defTabSz="650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be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8767" tIns="48767" rIns="48767" bIns="48767" numCol="1" spcCol="38100" rtlCol="0" anchor="t">
        <a:spAutoFit/>
      </a:bodyPr>
      <a:lstStyle>
        <a:defPPr marL="0" marR="0" indent="0" algn="l" defTabSz="65024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be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455</Words>
  <Application>Microsoft Office PowerPoint</Application>
  <PresentationFormat>Произвольный</PresentationFormat>
  <Paragraphs>90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Рамка</vt:lpstr>
      <vt:lpstr>Разработка системы комплексного анализа производительности прикладного программного обеспечения на базе процессоров «Эльбрус»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комплексного анализа производительности прикладного программного обеспечения на базе процессоров «Эльбрус»</dc:title>
  <cp:lastModifiedBy>Katrin Losevskaya</cp:lastModifiedBy>
  <cp:revision>9</cp:revision>
  <dcterms:modified xsi:type="dcterms:W3CDTF">2023-06-05T11:34:11Z</dcterms:modified>
</cp:coreProperties>
</file>