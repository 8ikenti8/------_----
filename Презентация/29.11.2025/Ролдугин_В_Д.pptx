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Default Extension="xlsx" ContentType="application/vnd.openxmlformats-officedocument.spreadsheetml.sheet"/>
  <Default Extension="jpg" ContentType="image/jpeg"/>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648" r:id="rId4"/>
  </p:sldMasterIdLst>
  <p:notesMasterIdLst>
    <p:notesMasterId r:id="rId19"/>
  </p:notesMasterIdLst>
  <p:handoutMasterIdLst>
    <p:handoutMasterId r:id="rId20"/>
  </p:handoutMasterIdLst>
  <p:sldIdLst>
    <p:sldId id="256" r:id="rId5"/>
    <p:sldId id="258" r:id="rId6"/>
    <p:sldId id="262" r:id="rId7"/>
    <p:sldId id="283" r:id="rId8"/>
    <p:sldId id="261" r:id="rId9"/>
    <p:sldId id="257" r:id="rId10"/>
    <p:sldId id="264" r:id="rId11"/>
    <p:sldId id="266" r:id="rId12"/>
    <p:sldId id="284" r:id="rId13"/>
    <p:sldId id="260" r:id="rId14"/>
    <p:sldId id="267" r:id="rId15"/>
    <p:sldId id="269" r:id="rId16"/>
    <p:sldId id="268" r:id="rId17"/>
    <p:sldId id="285" r:id="rId18"/>
  </p:sldIdLst>
  <p:sldSz cx="12192000" cy="6858000"/>
  <p:notesSz cx="6858000" cy="9144000"/>
  <p:defaultTextStyle>
    <a:defPPr rtl="0">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03350"/>
    <a:srgbClr val="0C4360"/>
    <a:srgbClr val="1B6872"/>
    <a:srgbClr val="63B7C6"/>
    <a:srgbClr val="002136"/>
    <a:srgbClr val="0C75AC"/>
    <a:srgbClr val="00243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08" autoAdjust="0"/>
    <p:restoredTop sz="94660"/>
  </p:normalViewPr>
  <p:slideViewPr>
    <p:cSldViewPr snapToGrid="0">
      <p:cViewPr varScale="1">
        <p:scale>
          <a:sx n="125" d="100"/>
          <a:sy n="125" d="100"/>
        </p:scale>
        <p:origin x="2155" y="96"/>
      </p:cViewPr>
      <p:guideLst>
        <p:guide orient="horz" pos="2160"/>
        <p:guide pos="3840"/>
      </p:guideLst>
    </p:cSldViewPr>
  </p:slideViewPr>
  <p:notesTextViewPr>
    <p:cViewPr>
      <p:scale>
        <a:sx n="1" d="1"/>
        <a:sy n="1" d="1"/>
      </p:scale>
      <p:origin x="0" y="0"/>
    </p:cViewPr>
  </p:notesTextViewPr>
  <p:notesViewPr>
    <p:cSldViewPr snapToGrid="0">
      <p:cViewPr varScale="1">
        <p:scale>
          <a:sx n="89" d="100"/>
          <a:sy n="89" d="100"/>
        </p:scale>
        <p:origin x="2862" y="84"/>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charts/_rels/chart1.xml.rels><?xml version="1.0" encoding="UTF-8" standalone="yes"?>
<Relationships xmlns="http://schemas.openxmlformats.org/package/2006/relationships"><Relationship Id="rId3" Type="http://schemas.openxmlformats.org/officeDocument/2006/relationships/package" Target="../embeddings/_____Microsoft_Excel.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ru-RU"/>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Ряд 1</c:v>
                </c:pt>
              </c:strCache>
            </c:strRef>
          </c:tx>
          <c:spPr>
            <a:solidFill>
              <a:schemeClr val="accent3"/>
            </a:solidFill>
            <a:ln>
              <a:noFill/>
            </a:ln>
            <a:effectLst/>
          </c:spPr>
          <c:invertIfNegative val="0"/>
          <c:dPt>
            <c:idx val="1"/>
            <c:invertIfNegative val="0"/>
            <c:bubble3D val="0"/>
            <c:spPr>
              <a:pattFill prst="ltUpDiag">
                <a:fgClr>
                  <a:schemeClr val="accent1">
                    <a:lumMod val="50000"/>
                  </a:schemeClr>
                </a:fgClr>
                <a:bgClr>
                  <a:schemeClr val="accent6"/>
                </a:bgClr>
              </a:pattFill>
              <a:ln w="12700">
                <a:solidFill>
                  <a:schemeClr val="accent6">
                    <a:lumMod val="60000"/>
                    <a:lumOff val="40000"/>
                  </a:schemeClr>
                </a:solidFill>
              </a:ln>
              <a:effectLst/>
            </c:spPr>
            <c:extLst>
              <c:ext xmlns:c16="http://schemas.microsoft.com/office/drawing/2014/chart" uri="{C3380CC4-5D6E-409C-BE32-E72D297353CC}">
                <c16:uniqueId val="{00000001-AEA3-42BD-B1B8-9E368E64ABCB}"/>
              </c:ext>
            </c:extLst>
          </c:dPt>
          <c:dPt>
            <c:idx val="2"/>
            <c:invertIfNegative val="0"/>
            <c:bubble3D val="0"/>
            <c:spPr>
              <a:pattFill prst="ltUpDiag">
                <a:fgClr>
                  <a:schemeClr val="accent1">
                    <a:lumMod val="50000"/>
                  </a:schemeClr>
                </a:fgClr>
                <a:bgClr>
                  <a:schemeClr val="accent3"/>
                </a:bgClr>
              </a:pattFill>
              <a:ln w="12700">
                <a:solidFill>
                  <a:schemeClr val="accent3">
                    <a:lumMod val="60000"/>
                    <a:lumOff val="40000"/>
                  </a:schemeClr>
                </a:solidFill>
              </a:ln>
              <a:effectLst/>
            </c:spPr>
            <c:extLst>
              <c:ext xmlns:c16="http://schemas.microsoft.com/office/drawing/2014/chart" uri="{C3380CC4-5D6E-409C-BE32-E72D297353CC}">
                <c16:uniqueId val="{00000003-AEA3-42BD-B1B8-9E368E64ABCB}"/>
              </c:ext>
            </c:extLst>
          </c:dPt>
          <c:dPt>
            <c:idx val="3"/>
            <c:invertIfNegative val="0"/>
            <c:bubble3D val="0"/>
            <c:spPr>
              <a:pattFill prst="ltUpDiag">
                <a:fgClr>
                  <a:schemeClr val="accent1">
                    <a:lumMod val="50000"/>
                  </a:schemeClr>
                </a:fgClr>
                <a:bgClr>
                  <a:schemeClr val="accent1">
                    <a:lumMod val="60000"/>
                    <a:lumOff val="40000"/>
                  </a:schemeClr>
                </a:bgClr>
              </a:pattFill>
              <a:ln w="12700">
                <a:solidFill>
                  <a:schemeClr val="accent1">
                    <a:lumMod val="40000"/>
                    <a:lumOff val="60000"/>
                  </a:schemeClr>
                </a:solidFill>
              </a:ln>
              <a:effectLst/>
            </c:spPr>
            <c:extLst>
              <c:ext xmlns:c16="http://schemas.microsoft.com/office/drawing/2014/chart" uri="{C3380CC4-5D6E-409C-BE32-E72D297353CC}">
                <c16:uniqueId val="{00000005-AEA3-42BD-B1B8-9E368E64ABCB}"/>
              </c:ext>
            </c:extLst>
          </c:dPt>
          <c:dPt>
            <c:idx val="4"/>
            <c:invertIfNegative val="0"/>
            <c:bubble3D val="0"/>
            <c:spPr>
              <a:pattFill prst="ltUpDiag">
                <a:fgClr>
                  <a:schemeClr val="accent1">
                    <a:lumMod val="50000"/>
                  </a:schemeClr>
                </a:fgClr>
                <a:bgClr>
                  <a:schemeClr val="accent2"/>
                </a:bgClr>
              </a:pattFill>
              <a:ln w="12700">
                <a:solidFill>
                  <a:schemeClr val="accent2">
                    <a:lumMod val="60000"/>
                    <a:lumOff val="40000"/>
                  </a:schemeClr>
                </a:solidFill>
              </a:ln>
              <a:effectLst/>
            </c:spPr>
            <c:extLst>
              <c:ext xmlns:c16="http://schemas.microsoft.com/office/drawing/2014/chart" uri="{C3380CC4-5D6E-409C-BE32-E72D297353CC}">
                <c16:uniqueId val="{00000007-AEA3-42BD-B1B8-9E368E64ABCB}"/>
              </c:ext>
            </c:extLst>
          </c:dPt>
          <c:cat>
            <c:strRef>
              <c:f>Sheet1!$A$2:$A$6</c:f>
              <c:strCache>
                <c:ptCount val="5"/>
                <c:pt idx="0">
                  <c:v>20ГГ</c:v>
                </c:pt>
                <c:pt idx="1">
                  <c:v>20ГГ</c:v>
                </c:pt>
                <c:pt idx="2">
                  <c:v>20ГГ</c:v>
                </c:pt>
                <c:pt idx="3">
                  <c:v>20ГГ</c:v>
                </c:pt>
                <c:pt idx="4">
                  <c:v>20ГГ</c:v>
                </c:pt>
              </c:strCache>
            </c:strRef>
          </c:cat>
          <c:val>
            <c:numRef>
              <c:f>Sheet1!$B$2:$B$6</c:f>
              <c:numCache>
                <c:formatCode>#,##0\ "₽"</c:formatCode>
                <c:ptCount val="5"/>
                <c:pt idx="0">
                  <c:v>0</c:v>
                </c:pt>
                <c:pt idx="1">
                  <c:v>6750</c:v>
                </c:pt>
                <c:pt idx="2">
                  <c:v>33750</c:v>
                </c:pt>
                <c:pt idx="3">
                  <c:v>135000</c:v>
                </c:pt>
                <c:pt idx="4">
                  <c:v>270000</c:v>
                </c:pt>
              </c:numCache>
            </c:numRef>
          </c:val>
          <c:extLst>
            <c:ext xmlns:c16="http://schemas.microsoft.com/office/drawing/2014/chart" uri="{C3380CC4-5D6E-409C-BE32-E72D297353CC}">
              <c16:uniqueId val="{00000008-AEA3-42BD-B1B8-9E368E64ABCB}"/>
            </c:ext>
          </c:extLst>
        </c:ser>
        <c:dLbls>
          <c:showLegendKey val="0"/>
          <c:showVal val="0"/>
          <c:showCatName val="0"/>
          <c:showSerName val="0"/>
          <c:showPercent val="0"/>
          <c:showBubbleSize val="0"/>
        </c:dLbls>
        <c:gapWidth val="24"/>
        <c:axId val="1000041416"/>
        <c:axId val="1000041744"/>
      </c:barChart>
      <c:catAx>
        <c:axId val="100004141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bg1"/>
                </a:solidFill>
                <a:latin typeface="+mn-lt"/>
                <a:ea typeface="+mn-ea"/>
                <a:cs typeface="+mn-cs"/>
              </a:defRPr>
            </a:pPr>
            <a:endParaRPr lang="ru-RU"/>
          </a:p>
        </c:txPr>
        <c:crossAx val="1000041744"/>
        <c:crosses val="autoZero"/>
        <c:auto val="1"/>
        <c:lblAlgn val="ctr"/>
        <c:lblOffset val="100"/>
        <c:noMultiLvlLbl val="0"/>
      </c:catAx>
      <c:valAx>
        <c:axId val="1000041744"/>
        <c:scaling>
          <c:orientation val="minMax"/>
        </c:scaling>
        <c:delete val="0"/>
        <c:axPos val="l"/>
        <c:numFmt formatCode="#,##0\ &quot;₽&quot;"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bg1"/>
                </a:solidFill>
                <a:latin typeface="+mn-lt"/>
                <a:ea typeface="+mn-ea"/>
                <a:cs typeface="+mn-cs"/>
              </a:defRPr>
            </a:pPr>
            <a:endParaRPr lang="ru-RU"/>
          </a:p>
        </c:txPr>
        <c:crossAx val="1000041416"/>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latin typeface="+mn-lt"/>
        </a:defRPr>
      </a:pPr>
      <a:endParaRPr lang="ru-RU"/>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a:extLst>
              <a:ext uri="{FF2B5EF4-FFF2-40B4-BE49-F238E27FC236}">
                <a16:creationId xmlns:a16="http://schemas.microsoft.com/office/drawing/2014/main" id="{E62FF6B6-4F8A-40F7-B5F4-FC3996824D7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ru-RU"/>
          </a:p>
        </p:txBody>
      </p:sp>
      <p:sp>
        <p:nvSpPr>
          <p:cNvPr id="3" name="Дата 2">
            <a:extLst>
              <a:ext uri="{FF2B5EF4-FFF2-40B4-BE49-F238E27FC236}">
                <a16:creationId xmlns:a16="http://schemas.microsoft.com/office/drawing/2014/main" id="{8910A999-F365-48DF-976A-0517FE04544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35C963BE-E818-41F7-9555-4F4B742E98AE}" type="datetime1">
              <a:rPr lang="ru-RU" smtClean="0"/>
              <a:t>29.11.2025</a:t>
            </a:fld>
            <a:endParaRPr lang="ru-RU"/>
          </a:p>
        </p:txBody>
      </p:sp>
      <p:sp>
        <p:nvSpPr>
          <p:cNvPr id="4" name="Нижний колонтитул 3">
            <a:extLst>
              <a:ext uri="{FF2B5EF4-FFF2-40B4-BE49-F238E27FC236}">
                <a16:creationId xmlns:a16="http://schemas.microsoft.com/office/drawing/2014/main" id="{F8735C90-ADBF-4B9E-BE88-E1C8F83EB4D2}"/>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ru-RU"/>
          </a:p>
        </p:txBody>
      </p:sp>
      <p:sp>
        <p:nvSpPr>
          <p:cNvPr id="5" name="Номер слайда 4">
            <a:extLst>
              <a:ext uri="{FF2B5EF4-FFF2-40B4-BE49-F238E27FC236}">
                <a16:creationId xmlns:a16="http://schemas.microsoft.com/office/drawing/2014/main" id="{82506A01-6D0A-45EF-A584-05A3361D66F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0831430A-4AA4-45C8-AC23-CD6B61C41A4C}" type="slidenum">
              <a:rPr lang="ru-RU" smtClean="0"/>
              <a:t>‹#›</a:t>
            </a:fld>
            <a:endParaRPr lang="ru-RU"/>
          </a:p>
        </p:txBody>
      </p:sp>
    </p:spTree>
    <p:extLst>
      <p:ext uri="{BB962C8B-B14F-4D97-AF65-F5344CB8AC3E}">
        <p14:creationId xmlns:p14="http://schemas.microsoft.com/office/powerpoint/2010/main" val="1059900972"/>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ru-RU" noProof="0"/>
          </a:p>
        </p:txBody>
      </p:sp>
      <p:sp>
        <p:nvSpPr>
          <p:cNvPr id="3" name="Дата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rtl="0"/>
            <a:fld id="{15735222-6EEA-46CD-B936-E9E9D4B85411}" type="datetime1">
              <a:rPr lang="ru-RU" noProof="0" smtClean="0"/>
              <a:t>29.11.2025</a:t>
            </a:fld>
            <a:endParaRPr lang="ru-RU" noProof="0"/>
          </a:p>
        </p:txBody>
      </p:sp>
      <p:sp>
        <p:nvSpPr>
          <p:cNvPr id="4" name="Образ слайда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ru-RU" noProof="0"/>
          </a:p>
        </p:txBody>
      </p:sp>
      <p:sp>
        <p:nvSpPr>
          <p:cNvPr id="5" name="Заметки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ru-RU" noProof="0"/>
              <a:t>Образец текста</a:t>
            </a:r>
          </a:p>
          <a:p>
            <a:pPr lvl="1" rtl="0"/>
            <a:r>
              <a:rPr lang="ru-RU" noProof="0"/>
              <a:t>Второй уровень</a:t>
            </a:r>
          </a:p>
          <a:p>
            <a:pPr lvl="2" rtl="0"/>
            <a:r>
              <a:rPr lang="ru-RU" noProof="0"/>
              <a:t>Третий уровень</a:t>
            </a:r>
          </a:p>
          <a:p>
            <a:pPr lvl="3" rtl="0"/>
            <a:r>
              <a:rPr lang="ru-RU" noProof="0"/>
              <a:t>Четвертый уровень</a:t>
            </a:r>
          </a:p>
          <a:p>
            <a:pPr lvl="4" rtl="0"/>
            <a:r>
              <a:rPr lang="ru-RU" noProof="0"/>
              <a:t>Пятый уровень</a:t>
            </a:r>
          </a:p>
        </p:txBody>
      </p:sp>
      <p:sp>
        <p:nvSpPr>
          <p:cNvPr id="6" name="Нижний колонтитул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ru-RU" noProof="0"/>
          </a:p>
        </p:txBody>
      </p:sp>
      <p:sp>
        <p:nvSpPr>
          <p:cNvPr id="7" name="Номер слайда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1734D747-9380-41EE-9946-EC9EC0CA5D1E}" type="slidenum">
              <a:rPr lang="ru-RU" noProof="0" smtClean="0"/>
              <a:t>‹#›</a:t>
            </a:fld>
            <a:endParaRPr lang="ru-RU" noProof="0"/>
          </a:p>
        </p:txBody>
      </p:sp>
    </p:spTree>
    <p:extLst>
      <p:ext uri="{BB962C8B-B14F-4D97-AF65-F5344CB8AC3E}">
        <p14:creationId xmlns:p14="http://schemas.microsoft.com/office/powerpoint/2010/main" val="3827727106"/>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rtlCol="0"/>
          <a:lstStyle/>
          <a:p>
            <a:pPr rtl="0"/>
            <a:endParaRPr lang="ru-RU"/>
          </a:p>
        </p:txBody>
      </p:sp>
      <p:sp>
        <p:nvSpPr>
          <p:cNvPr id="4" name="Номер слайда 3"/>
          <p:cNvSpPr>
            <a:spLocks noGrp="1"/>
          </p:cNvSpPr>
          <p:nvPr>
            <p:ph type="sldNum" sz="quarter" idx="5"/>
          </p:nvPr>
        </p:nvSpPr>
        <p:spPr/>
        <p:txBody>
          <a:bodyPr rtlCol="0"/>
          <a:lstStyle/>
          <a:p>
            <a:pPr rtl="0"/>
            <a:fld id="{1734D747-9380-41EE-9946-EC9EC0CA5D1E}" type="slidenum">
              <a:rPr lang="ru-RU" smtClean="0"/>
              <a:t>1</a:t>
            </a:fld>
            <a:endParaRPr lang="ru-RU"/>
          </a:p>
        </p:txBody>
      </p:sp>
    </p:spTree>
    <p:extLst>
      <p:ext uri="{BB962C8B-B14F-4D97-AF65-F5344CB8AC3E}">
        <p14:creationId xmlns:p14="http://schemas.microsoft.com/office/powerpoint/2010/main" val="42439355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rtlCol="0"/>
          <a:lstStyle/>
          <a:p>
            <a:pPr rtl="0"/>
            <a:endParaRPr lang="ru-RU"/>
          </a:p>
        </p:txBody>
      </p:sp>
      <p:sp>
        <p:nvSpPr>
          <p:cNvPr id="4" name="Номер слайда 3"/>
          <p:cNvSpPr>
            <a:spLocks noGrp="1"/>
          </p:cNvSpPr>
          <p:nvPr>
            <p:ph type="sldNum" sz="quarter" idx="5"/>
          </p:nvPr>
        </p:nvSpPr>
        <p:spPr/>
        <p:txBody>
          <a:bodyPr rtlCol="0"/>
          <a:lstStyle/>
          <a:p>
            <a:pPr rtl="0"/>
            <a:fld id="{1734D747-9380-41EE-9946-EC9EC0CA5D1E}" type="slidenum">
              <a:rPr lang="ru-RU" smtClean="0"/>
              <a:t>2</a:t>
            </a:fld>
            <a:endParaRPr lang="ru-RU"/>
          </a:p>
        </p:txBody>
      </p:sp>
    </p:spTree>
    <p:extLst>
      <p:ext uri="{BB962C8B-B14F-4D97-AF65-F5344CB8AC3E}">
        <p14:creationId xmlns:p14="http://schemas.microsoft.com/office/powerpoint/2010/main" val="222357839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rtlCol="0"/>
          <a:lstStyle/>
          <a:p>
            <a:pPr rtl="0"/>
            <a:endParaRPr lang="ru-RU"/>
          </a:p>
        </p:txBody>
      </p:sp>
      <p:sp>
        <p:nvSpPr>
          <p:cNvPr id="4" name="Номер слайда 3"/>
          <p:cNvSpPr>
            <a:spLocks noGrp="1"/>
          </p:cNvSpPr>
          <p:nvPr>
            <p:ph type="sldNum" sz="quarter" idx="5"/>
          </p:nvPr>
        </p:nvSpPr>
        <p:spPr/>
        <p:txBody>
          <a:bodyPr rtlCol="0"/>
          <a:lstStyle/>
          <a:p>
            <a:pPr rtl="0"/>
            <a:fld id="{1734D747-9380-41EE-9946-EC9EC0CA5D1E}" type="slidenum">
              <a:rPr lang="ru-RU" smtClean="0"/>
              <a:t>3</a:t>
            </a:fld>
            <a:endParaRPr lang="ru-RU"/>
          </a:p>
        </p:txBody>
      </p:sp>
    </p:spTree>
    <p:extLst>
      <p:ext uri="{BB962C8B-B14F-4D97-AF65-F5344CB8AC3E}">
        <p14:creationId xmlns:p14="http://schemas.microsoft.com/office/powerpoint/2010/main" val="18025937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rtlCol="0"/>
          <a:lstStyle/>
          <a:p>
            <a:pPr rtl="0"/>
            <a:endParaRPr lang="ru-RU"/>
          </a:p>
        </p:txBody>
      </p:sp>
      <p:sp>
        <p:nvSpPr>
          <p:cNvPr id="4" name="Номер слайда 3"/>
          <p:cNvSpPr>
            <a:spLocks noGrp="1"/>
          </p:cNvSpPr>
          <p:nvPr>
            <p:ph type="sldNum" sz="quarter" idx="5"/>
          </p:nvPr>
        </p:nvSpPr>
        <p:spPr/>
        <p:txBody>
          <a:bodyPr rtlCol="0"/>
          <a:lstStyle/>
          <a:p>
            <a:pPr rtl="0"/>
            <a:fld id="{1734D747-9380-41EE-9946-EC9EC0CA5D1E}" type="slidenum">
              <a:rPr lang="ru-RU" smtClean="0"/>
              <a:t>4</a:t>
            </a:fld>
            <a:endParaRPr lang="ru-RU"/>
          </a:p>
        </p:txBody>
      </p:sp>
    </p:spTree>
    <p:extLst>
      <p:ext uri="{BB962C8B-B14F-4D97-AF65-F5344CB8AC3E}">
        <p14:creationId xmlns:p14="http://schemas.microsoft.com/office/powerpoint/2010/main" val="379944606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rtlCol="0"/>
          <a:lstStyle/>
          <a:p>
            <a:pPr rtl="0"/>
            <a:endParaRPr lang="ru-RU"/>
          </a:p>
        </p:txBody>
      </p:sp>
      <p:sp>
        <p:nvSpPr>
          <p:cNvPr id="4" name="Номер слайда 3"/>
          <p:cNvSpPr>
            <a:spLocks noGrp="1"/>
          </p:cNvSpPr>
          <p:nvPr>
            <p:ph type="sldNum" sz="quarter" idx="5"/>
          </p:nvPr>
        </p:nvSpPr>
        <p:spPr/>
        <p:txBody>
          <a:bodyPr rtlCol="0"/>
          <a:lstStyle/>
          <a:p>
            <a:pPr rtl="0"/>
            <a:fld id="{1734D747-9380-41EE-9946-EC9EC0CA5D1E}" type="slidenum">
              <a:rPr lang="ru-RU" smtClean="0"/>
              <a:t>5</a:t>
            </a:fld>
            <a:endParaRPr lang="ru-RU"/>
          </a:p>
        </p:txBody>
      </p:sp>
    </p:spTree>
    <p:extLst>
      <p:ext uri="{BB962C8B-B14F-4D97-AF65-F5344CB8AC3E}">
        <p14:creationId xmlns:p14="http://schemas.microsoft.com/office/powerpoint/2010/main" val="184112131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rtlCol="0"/>
          <a:lstStyle/>
          <a:p>
            <a:pPr rtl="0"/>
            <a:endParaRPr lang="ru-RU"/>
          </a:p>
        </p:txBody>
      </p:sp>
      <p:sp>
        <p:nvSpPr>
          <p:cNvPr id="4" name="Номер слайда 3"/>
          <p:cNvSpPr>
            <a:spLocks noGrp="1"/>
          </p:cNvSpPr>
          <p:nvPr>
            <p:ph type="sldNum" sz="quarter" idx="5"/>
          </p:nvPr>
        </p:nvSpPr>
        <p:spPr/>
        <p:txBody>
          <a:bodyPr rtlCol="0"/>
          <a:lstStyle/>
          <a:p>
            <a:pPr rtl="0"/>
            <a:fld id="{1734D747-9380-41EE-9946-EC9EC0CA5D1E}" type="slidenum">
              <a:rPr lang="ru-RU" smtClean="0"/>
              <a:t>6</a:t>
            </a:fld>
            <a:endParaRPr lang="ru-RU"/>
          </a:p>
        </p:txBody>
      </p:sp>
    </p:spTree>
    <p:extLst>
      <p:ext uri="{BB962C8B-B14F-4D97-AF65-F5344CB8AC3E}">
        <p14:creationId xmlns:p14="http://schemas.microsoft.com/office/powerpoint/2010/main" val="226814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rtlCol="0"/>
          <a:lstStyle/>
          <a:p>
            <a:pPr rtl="0"/>
            <a:endParaRPr lang="ru-RU"/>
          </a:p>
        </p:txBody>
      </p:sp>
      <p:sp>
        <p:nvSpPr>
          <p:cNvPr id="4" name="Номер слайда 3"/>
          <p:cNvSpPr>
            <a:spLocks noGrp="1"/>
          </p:cNvSpPr>
          <p:nvPr>
            <p:ph type="sldNum" sz="quarter" idx="5"/>
          </p:nvPr>
        </p:nvSpPr>
        <p:spPr/>
        <p:txBody>
          <a:bodyPr rtlCol="0"/>
          <a:lstStyle/>
          <a:p>
            <a:pPr rtl="0"/>
            <a:fld id="{1734D747-9380-41EE-9946-EC9EC0CA5D1E}" type="slidenum">
              <a:rPr lang="ru-RU" smtClean="0"/>
              <a:t>7</a:t>
            </a:fld>
            <a:endParaRPr lang="ru-RU"/>
          </a:p>
        </p:txBody>
      </p:sp>
    </p:spTree>
    <p:extLst>
      <p:ext uri="{BB962C8B-B14F-4D97-AF65-F5344CB8AC3E}">
        <p14:creationId xmlns:p14="http://schemas.microsoft.com/office/powerpoint/2010/main" val="36582711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rtlCol="0"/>
          <a:lstStyle/>
          <a:p>
            <a:pPr rtl="0"/>
            <a:endParaRPr lang="ru-RU"/>
          </a:p>
        </p:txBody>
      </p:sp>
      <p:sp>
        <p:nvSpPr>
          <p:cNvPr id="4" name="Номер слайда 3"/>
          <p:cNvSpPr>
            <a:spLocks noGrp="1"/>
          </p:cNvSpPr>
          <p:nvPr>
            <p:ph type="sldNum" sz="quarter" idx="5"/>
          </p:nvPr>
        </p:nvSpPr>
        <p:spPr/>
        <p:txBody>
          <a:bodyPr rtlCol="0"/>
          <a:lstStyle/>
          <a:p>
            <a:pPr rtl="0"/>
            <a:fld id="{1734D747-9380-41EE-9946-EC9EC0CA5D1E}" type="slidenum">
              <a:rPr lang="ru-RU" smtClean="0"/>
              <a:t>8</a:t>
            </a:fld>
            <a:endParaRPr lang="ru-RU"/>
          </a:p>
        </p:txBody>
      </p:sp>
    </p:spTree>
    <p:extLst>
      <p:ext uri="{BB962C8B-B14F-4D97-AF65-F5344CB8AC3E}">
        <p14:creationId xmlns:p14="http://schemas.microsoft.com/office/powerpoint/2010/main" val="142770664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rtlCol="0"/>
          <a:lstStyle/>
          <a:p>
            <a:pPr rtl="0"/>
            <a:endParaRPr lang="ru-RU"/>
          </a:p>
        </p:txBody>
      </p:sp>
      <p:sp>
        <p:nvSpPr>
          <p:cNvPr id="4" name="Номер слайда 3"/>
          <p:cNvSpPr>
            <a:spLocks noGrp="1"/>
          </p:cNvSpPr>
          <p:nvPr>
            <p:ph type="sldNum" sz="quarter" idx="5"/>
          </p:nvPr>
        </p:nvSpPr>
        <p:spPr/>
        <p:txBody>
          <a:bodyPr rtlCol="0"/>
          <a:lstStyle/>
          <a:p>
            <a:pPr rtl="0"/>
            <a:fld id="{1734D747-9380-41EE-9946-EC9EC0CA5D1E}" type="slidenum">
              <a:rPr lang="ru-RU" smtClean="0"/>
              <a:t>9</a:t>
            </a:fld>
            <a:endParaRPr lang="ru-RU"/>
          </a:p>
        </p:txBody>
      </p:sp>
    </p:spTree>
    <p:extLst>
      <p:ext uri="{BB962C8B-B14F-4D97-AF65-F5344CB8AC3E}">
        <p14:creationId xmlns:p14="http://schemas.microsoft.com/office/powerpoint/2010/main" val="200246168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rtlCol="0"/>
          <a:lstStyle/>
          <a:p>
            <a:pPr rtl="0"/>
            <a:endParaRPr lang="ru-RU"/>
          </a:p>
        </p:txBody>
      </p:sp>
      <p:sp>
        <p:nvSpPr>
          <p:cNvPr id="4" name="Номер слайда 3"/>
          <p:cNvSpPr>
            <a:spLocks noGrp="1"/>
          </p:cNvSpPr>
          <p:nvPr>
            <p:ph type="sldNum" sz="quarter" idx="5"/>
          </p:nvPr>
        </p:nvSpPr>
        <p:spPr/>
        <p:txBody>
          <a:bodyPr rtlCol="0"/>
          <a:lstStyle/>
          <a:p>
            <a:pPr rtl="0"/>
            <a:fld id="{1734D747-9380-41EE-9946-EC9EC0CA5D1E}" type="slidenum">
              <a:rPr lang="ru-RU" smtClean="0"/>
              <a:t>10</a:t>
            </a:fld>
            <a:endParaRPr lang="ru-RU"/>
          </a:p>
        </p:txBody>
      </p:sp>
    </p:spTree>
    <p:extLst>
      <p:ext uri="{BB962C8B-B14F-4D97-AF65-F5344CB8AC3E}">
        <p14:creationId xmlns:p14="http://schemas.microsoft.com/office/powerpoint/2010/main" val="14509630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rtlCol="0"/>
          <a:lstStyle/>
          <a:p>
            <a:pPr rtl="0"/>
            <a:endParaRPr lang="ru-RU"/>
          </a:p>
        </p:txBody>
      </p:sp>
      <p:sp>
        <p:nvSpPr>
          <p:cNvPr id="4" name="Номер слайда 3"/>
          <p:cNvSpPr>
            <a:spLocks noGrp="1"/>
          </p:cNvSpPr>
          <p:nvPr>
            <p:ph type="sldNum" sz="quarter" idx="5"/>
          </p:nvPr>
        </p:nvSpPr>
        <p:spPr/>
        <p:txBody>
          <a:bodyPr rtlCol="0"/>
          <a:lstStyle/>
          <a:p>
            <a:pPr rtl="0"/>
            <a:fld id="{1734D747-9380-41EE-9946-EC9EC0CA5D1E}" type="slidenum">
              <a:rPr lang="ru-RU" smtClean="0"/>
              <a:t>11</a:t>
            </a:fld>
            <a:endParaRPr lang="ru-RU"/>
          </a:p>
        </p:txBody>
      </p:sp>
    </p:spTree>
    <p:extLst>
      <p:ext uri="{BB962C8B-B14F-4D97-AF65-F5344CB8AC3E}">
        <p14:creationId xmlns:p14="http://schemas.microsoft.com/office/powerpoint/2010/main" val="425269047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rtlCol="0"/>
          <a:lstStyle/>
          <a:p>
            <a:pPr rtl="0"/>
            <a:endParaRPr lang="ru-RU"/>
          </a:p>
        </p:txBody>
      </p:sp>
      <p:sp>
        <p:nvSpPr>
          <p:cNvPr id="4" name="Номер слайда 3"/>
          <p:cNvSpPr>
            <a:spLocks noGrp="1"/>
          </p:cNvSpPr>
          <p:nvPr>
            <p:ph type="sldNum" sz="quarter" idx="5"/>
          </p:nvPr>
        </p:nvSpPr>
        <p:spPr/>
        <p:txBody>
          <a:bodyPr rtlCol="0"/>
          <a:lstStyle/>
          <a:p>
            <a:pPr rtl="0"/>
            <a:fld id="{1734D747-9380-41EE-9946-EC9EC0CA5D1E}" type="slidenum">
              <a:rPr lang="ru-RU" smtClean="0"/>
              <a:t>12</a:t>
            </a:fld>
            <a:endParaRPr lang="ru-RU"/>
          </a:p>
        </p:txBody>
      </p:sp>
    </p:spTree>
    <p:extLst>
      <p:ext uri="{BB962C8B-B14F-4D97-AF65-F5344CB8AC3E}">
        <p14:creationId xmlns:p14="http://schemas.microsoft.com/office/powerpoint/2010/main" val="288518664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rtlCol="0"/>
          <a:lstStyle/>
          <a:p>
            <a:pPr rtl="0"/>
            <a:endParaRPr lang="ru-RU"/>
          </a:p>
        </p:txBody>
      </p:sp>
      <p:sp>
        <p:nvSpPr>
          <p:cNvPr id="4" name="Номер слайда 3"/>
          <p:cNvSpPr>
            <a:spLocks noGrp="1"/>
          </p:cNvSpPr>
          <p:nvPr>
            <p:ph type="sldNum" sz="quarter" idx="5"/>
          </p:nvPr>
        </p:nvSpPr>
        <p:spPr/>
        <p:txBody>
          <a:bodyPr rtlCol="0"/>
          <a:lstStyle/>
          <a:p>
            <a:pPr rtl="0"/>
            <a:fld id="{1734D747-9380-41EE-9946-EC9EC0CA5D1E}" type="slidenum">
              <a:rPr lang="ru-RU" smtClean="0"/>
              <a:t>13</a:t>
            </a:fld>
            <a:endParaRPr lang="ru-RU"/>
          </a:p>
        </p:txBody>
      </p:sp>
    </p:spTree>
    <p:extLst>
      <p:ext uri="{BB962C8B-B14F-4D97-AF65-F5344CB8AC3E}">
        <p14:creationId xmlns:p14="http://schemas.microsoft.com/office/powerpoint/2010/main" val="14778310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rtlCol="0"/>
          <a:lstStyle/>
          <a:p>
            <a:pPr rtl="0"/>
            <a:endParaRPr lang="ru-RU"/>
          </a:p>
        </p:txBody>
      </p:sp>
      <p:sp>
        <p:nvSpPr>
          <p:cNvPr id="4" name="Номер слайда 3"/>
          <p:cNvSpPr>
            <a:spLocks noGrp="1"/>
          </p:cNvSpPr>
          <p:nvPr>
            <p:ph type="sldNum" sz="quarter" idx="5"/>
          </p:nvPr>
        </p:nvSpPr>
        <p:spPr/>
        <p:txBody>
          <a:bodyPr rtlCol="0"/>
          <a:lstStyle/>
          <a:p>
            <a:pPr rtl="0"/>
            <a:fld id="{1734D747-9380-41EE-9946-EC9EC0CA5D1E}" type="slidenum">
              <a:rPr lang="ru-RU" smtClean="0"/>
              <a:t>14</a:t>
            </a:fld>
            <a:endParaRPr lang="ru-RU"/>
          </a:p>
        </p:txBody>
      </p:sp>
    </p:spTree>
    <p:extLst>
      <p:ext uri="{BB962C8B-B14F-4D97-AF65-F5344CB8AC3E}">
        <p14:creationId xmlns:p14="http://schemas.microsoft.com/office/powerpoint/2010/main" val="420257360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Титульный слайд">
    <p:spTree>
      <p:nvGrpSpPr>
        <p:cNvPr id="1" name=""/>
        <p:cNvGrpSpPr/>
        <p:nvPr/>
      </p:nvGrpSpPr>
      <p:grpSpPr>
        <a:xfrm>
          <a:off x="0" y="0"/>
          <a:ext cx="0" cy="0"/>
          <a:chOff x="0" y="0"/>
          <a:chExt cx="0" cy="0"/>
        </a:xfrm>
      </p:grpSpPr>
      <p:sp>
        <p:nvSpPr>
          <p:cNvPr id="21" name="Прямоугольник 20">
            <a:extLst>
              <a:ext uri="{FF2B5EF4-FFF2-40B4-BE49-F238E27FC236}">
                <a16:creationId xmlns:a16="http://schemas.microsoft.com/office/drawing/2014/main" id="{6E739168-A5E8-443A-B392-7AD4CF8977AD}"/>
              </a:ext>
            </a:extLst>
          </p:cNvPr>
          <p:cNvSpPr/>
          <p:nvPr userDrawn="1"/>
        </p:nvSpPr>
        <p:spPr>
          <a:xfrm>
            <a:off x="0" y="0"/>
            <a:ext cx="121920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grpSp>
        <p:nvGrpSpPr>
          <p:cNvPr id="7" name="Группа 6">
            <a:extLst>
              <a:ext uri="{FF2B5EF4-FFF2-40B4-BE49-F238E27FC236}">
                <a16:creationId xmlns:a16="http://schemas.microsoft.com/office/drawing/2014/main" id="{4CA15AFD-4983-47DD-9ED0-D3B27E5A096F}"/>
              </a:ext>
            </a:extLst>
          </p:cNvPr>
          <p:cNvGrpSpPr/>
          <p:nvPr userDrawn="1"/>
        </p:nvGrpSpPr>
        <p:grpSpPr>
          <a:xfrm>
            <a:off x="-1604709" y="-3756"/>
            <a:ext cx="13796710" cy="6861756"/>
            <a:chOff x="-1604709" y="-3756"/>
            <a:chExt cx="13796710" cy="6861756"/>
          </a:xfrm>
        </p:grpSpPr>
        <p:grpSp>
          <p:nvGrpSpPr>
            <p:cNvPr id="8" name="Группа 7">
              <a:extLst>
                <a:ext uri="{FF2B5EF4-FFF2-40B4-BE49-F238E27FC236}">
                  <a16:creationId xmlns:a16="http://schemas.microsoft.com/office/drawing/2014/main" id="{2222D5E2-E9B4-4180-98B8-4E514C9ADB28}"/>
                </a:ext>
              </a:extLst>
            </p:cNvPr>
            <p:cNvGrpSpPr/>
            <p:nvPr/>
          </p:nvGrpSpPr>
          <p:grpSpPr>
            <a:xfrm>
              <a:off x="-16298" y="0"/>
              <a:ext cx="12208299" cy="6858000"/>
              <a:chOff x="-16298" y="0"/>
              <a:chExt cx="12208299" cy="6858000"/>
            </a:xfrm>
          </p:grpSpPr>
          <p:sp>
            <p:nvSpPr>
              <p:cNvPr id="15" name="Полилиния: фигура 14">
                <a:extLst>
                  <a:ext uri="{FF2B5EF4-FFF2-40B4-BE49-F238E27FC236}">
                    <a16:creationId xmlns:a16="http://schemas.microsoft.com/office/drawing/2014/main" id="{41E10E1E-5268-4F03-BA64-07E19DE26739}"/>
                  </a:ext>
                </a:extLst>
              </p:cNvPr>
              <p:cNvSpPr/>
              <p:nvPr/>
            </p:nvSpPr>
            <p:spPr>
              <a:xfrm flipH="1">
                <a:off x="-16297" y="0"/>
                <a:ext cx="12208298" cy="6858000"/>
              </a:xfrm>
              <a:custGeom>
                <a:avLst/>
                <a:gdLst>
                  <a:gd name="connsiteX0" fmla="*/ 8574289 w 12208298"/>
                  <a:gd name="connsiteY0" fmla="*/ 0 h 6858000"/>
                  <a:gd name="connsiteX1" fmla="*/ 0 w 12208298"/>
                  <a:gd name="connsiteY1" fmla="*/ 0 h 6858000"/>
                  <a:gd name="connsiteX2" fmla="*/ 0 w 12208298"/>
                  <a:gd name="connsiteY2" fmla="*/ 6858000 h 6858000"/>
                  <a:gd name="connsiteX3" fmla="*/ 532109 w 12208298"/>
                  <a:gd name="connsiteY3" fmla="*/ 6858000 h 6858000"/>
                  <a:gd name="connsiteX4" fmla="*/ 11495317 w 12208298"/>
                  <a:gd name="connsiteY4" fmla="*/ 6858000 h 6858000"/>
                  <a:gd name="connsiteX5" fmla="*/ 12208298 w 12208298"/>
                  <a:gd name="connsiteY5" fmla="*/ 6858000 h 6858000"/>
                  <a:gd name="connsiteX6" fmla="*/ 12208298 w 12208298"/>
                  <a:gd name="connsiteY6" fmla="*/ 3146781 h 6858000"/>
                  <a:gd name="connsiteX7" fmla="*/ 10353284 w 12208298"/>
                  <a:gd name="connsiteY7" fmla="*/ 1291767 h 6858000"/>
                  <a:gd name="connsiteX8" fmla="*/ 9866056 w 12208298"/>
                  <a:gd name="connsiteY8" fmla="*/ 129176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208298" h="6858000">
                    <a:moveTo>
                      <a:pt x="8574289" y="0"/>
                    </a:moveTo>
                    <a:lnTo>
                      <a:pt x="0" y="0"/>
                    </a:lnTo>
                    <a:lnTo>
                      <a:pt x="0" y="6858000"/>
                    </a:lnTo>
                    <a:lnTo>
                      <a:pt x="532109" y="6858000"/>
                    </a:lnTo>
                    <a:lnTo>
                      <a:pt x="11495317" y="6858000"/>
                    </a:lnTo>
                    <a:lnTo>
                      <a:pt x="12208298" y="6858000"/>
                    </a:lnTo>
                    <a:lnTo>
                      <a:pt x="12208298" y="3146781"/>
                    </a:lnTo>
                    <a:lnTo>
                      <a:pt x="10353284" y="1291767"/>
                    </a:lnTo>
                    <a:lnTo>
                      <a:pt x="9866056" y="1291767"/>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16" name="Полилиния: фигура 15">
                <a:extLst>
                  <a:ext uri="{FF2B5EF4-FFF2-40B4-BE49-F238E27FC236}">
                    <a16:creationId xmlns:a16="http://schemas.microsoft.com/office/drawing/2014/main" id="{B989C45D-BDFF-418F-BE79-03FF70015770}"/>
                  </a:ext>
                </a:extLst>
              </p:cNvPr>
              <p:cNvSpPr/>
              <p:nvPr/>
            </p:nvSpPr>
            <p:spPr>
              <a:xfrm rot="5400000" flipH="1" flipV="1">
                <a:off x="2667000" y="-2667001"/>
                <a:ext cx="6858000" cy="12192002"/>
              </a:xfrm>
              <a:custGeom>
                <a:avLst/>
                <a:gdLst>
                  <a:gd name="connsiteX0" fmla="*/ 6858000 w 6858000"/>
                  <a:gd name="connsiteY0" fmla="*/ 3871658 h 12192002"/>
                  <a:gd name="connsiteX1" fmla="*/ 6858000 w 6858000"/>
                  <a:gd name="connsiteY1" fmla="*/ 12192002 h 12192002"/>
                  <a:gd name="connsiteX2" fmla="*/ 5363029 w 6858000"/>
                  <a:gd name="connsiteY2" fmla="*/ 12192002 h 12192002"/>
                  <a:gd name="connsiteX3" fmla="*/ 5363029 w 6858000"/>
                  <a:gd name="connsiteY3" fmla="*/ 12192000 h 12192002"/>
                  <a:gd name="connsiteX4" fmla="*/ 0 w 6858000"/>
                  <a:gd name="connsiteY4" fmla="*/ 12192000 h 12192002"/>
                  <a:gd name="connsiteX5" fmla="*/ 0 w 6858000"/>
                  <a:gd name="connsiteY5" fmla="*/ 0 h 12192002"/>
                  <a:gd name="connsiteX6" fmla="*/ 3539398 w 6858000"/>
                  <a:gd name="connsiteY6" fmla="*/ 0 h 12192002"/>
                  <a:gd name="connsiteX7" fmla="*/ 5566229 w 6858000"/>
                  <a:gd name="connsiteY7" fmla="*/ 2026831 h 12192002"/>
                  <a:gd name="connsiteX8" fmla="*/ 5566229 w 6858000"/>
                  <a:gd name="connsiteY8" fmla="*/ 2575538 h 12192002"/>
                  <a:gd name="connsiteX9" fmla="*/ 6858000 w 6858000"/>
                  <a:gd name="connsiteY9" fmla="*/ 3871657 h 12192002"/>
                  <a:gd name="connsiteX10" fmla="*/ 5566229 w 6858000"/>
                  <a:gd name="connsiteY10" fmla="*/ 3871657 h 12192002"/>
                  <a:gd name="connsiteX11" fmla="*/ 5566229 w 6858000"/>
                  <a:gd name="connsiteY11" fmla="*/ 3871658 h 12192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858000" h="12192002">
                    <a:moveTo>
                      <a:pt x="6858000" y="3871658"/>
                    </a:moveTo>
                    <a:lnTo>
                      <a:pt x="6858000" y="12192002"/>
                    </a:lnTo>
                    <a:lnTo>
                      <a:pt x="5363029" y="12192002"/>
                    </a:lnTo>
                    <a:lnTo>
                      <a:pt x="5363029" y="12192000"/>
                    </a:lnTo>
                    <a:lnTo>
                      <a:pt x="0" y="12192000"/>
                    </a:lnTo>
                    <a:lnTo>
                      <a:pt x="0" y="0"/>
                    </a:lnTo>
                    <a:lnTo>
                      <a:pt x="3539398" y="0"/>
                    </a:lnTo>
                    <a:lnTo>
                      <a:pt x="5566229" y="2026831"/>
                    </a:lnTo>
                    <a:lnTo>
                      <a:pt x="5566229" y="2575538"/>
                    </a:lnTo>
                    <a:lnTo>
                      <a:pt x="6858000" y="3871657"/>
                    </a:lnTo>
                    <a:lnTo>
                      <a:pt x="5566229" y="3871657"/>
                    </a:lnTo>
                    <a:lnTo>
                      <a:pt x="5566229" y="3871658"/>
                    </a:lnTo>
                    <a:close/>
                  </a:path>
                </a:pathLst>
              </a:custGeom>
              <a:pattFill prst="wdDnDiag">
                <a:fgClr>
                  <a:schemeClr val="accent1"/>
                </a:fgClr>
                <a:bgClr>
                  <a:schemeClr val="accent2"/>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17" name="Прямоугольный треугольник 16">
                <a:extLst>
                  <a:ext uri="{FF2B5EF4-FFF2-40B4-BE49-F238E27FC236}">
                    <a16:creationId xmlns:a16="http://schemas.microsoft.com/office/drawing/2014/main" id="{8DCD5806-2A2F-4ABF-8057-245681C498E6}"/>
                  </a:ext>
                </a:extLst>
              </p:cNvPr>
              <p:cNvSpPr/>
              <p:nvPr/>
            </p:nvSpPr>
            <p:spPr>
              <a:xfrm rot="16200000" flipH="1" flipV="1">
                <a:off x="24625" y="-4746"/>
                <a:ext cx="2819399" cy="2828891"/>
              </a:xfrm>
              <a:prstGeom prst="rtTriangle">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18" name="Прямоугольный треугольник 17">
                <a:extLst>
                  <a:ext uri="{FF2B5EF4-FFF2-40B4-BE49-F238E27FC236}">
                    <a16:creationId xmlns:a16="http://schemas.microsoft.com/office/drawing/2014/main" id="{3A93038F-E9E4-4FFD-B3DF-28DB7C2C1490}"/>
                  </a:ext>
                </a:extLst>
              </p:cNvPr>
              <p:cNvSpPr/>
              <p:nvPr/>
            </p:nvSpPr>
            <p:spPr>
              <a:xfrm rot="16200000" flipH="1" flipV="1">
                <a:off x="4418" y="-4422"/>
                <a:ext cx="2627088" cy="2635933"/>
              </a:xfrm>
              <a:prstGeom prst="rtTriangle">
                <a:avLst/>
              </a:prstGeom>
              <a:pattFill prst="dkHorz">
                <a:fgClr>
                  <a:schemeClr val="accent1"/>
                </a:fgClr>
                <a:bgClr>
                  <a:schemeClr val="accent2"/>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19" name="Прямоугольный треугольник 18">
                <a:extLst>
                  <a:ext uri="{FF2B5EF4-FFF2-40B4-BE49-F238E27FC236}">
                    <a16:creationId xmlns:a16="http://schemas.microsoft.com/office/drawing/2014/main" id="{5DEA1E02-BBD0-4AE3-AF22-433B90272178}"/>
                  </a:ext>
                </a:extLst>
              </p:cNvPr>
              <p:cNvSpPr/>
              <p:nvPr/>
            </p:nvSpPr>
            <p:spPr>
              <a:xfrm rot="16200000" flipH="1" flipV="1">
                <a:off x="-12263" y="-4034"/>
                <a:ext cx="2397087" cy="2405158"/>
              </a:xfrm>
              <a:prstGeom prst="rtTriangle">
                <a:avLst/>
              </a:prstGeom>
              <a:solidFill>
                <a:schemeClr val="accent2">
                  <a:alpha val="4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20" name="Полилиния: Фигура 19">
                <a:extLst>
                  <a:ext uri="{FF2B5EF4-FFF2-40B4-BE49-F238E27FC236}">
                    <a16:creationId xmlns:a16="http://schemas.microsoft.com/office/drawing/2014/main" id="{0027A677-9ACB-4264-B148-4806678FB83F}"/>
                  </a:ext>
                </a:extLst>
              </p:cNvPr>
              <p:cNvSpPr/>
              <p:nvPr/>
            </p:nvSpPr>
            <p:spPr>
              <a:xfrm rot="5400000" flipH="1" flipV="1">
                <a:off x="2667000" y="-2667001"/>
                <a:ext cx="6858000" cy="12192002"/>
              </a:xfrm>
              <a:custGeom>
                <a:avLst/>
                <a:gdLst>
                  <a:gd name="connsiteX0" fmla="*/ 6858000 w 6858000"/>
                  <a:gd name="connsiteY0" fmla="*/ 3871658 h 12192002"/>
                  <a:gd name="connsiteX1" fmla="*/ 6858000 w 6858000"/>
                  <a:gd name="connsiteY1" fmla="*/ 12192002 h 12192002"/>
                  <a:gd name="connsiteX2" fmla="*/ 5363029 w 6858000"/>
                  <a:gd name="connsiteY2" fmla="*/ 12192002 h 12192002"/>
                  <a:gd name="connsiteX3" fmla="*/ 5363029 w 6858000"/>
                  <a:gd name="connsiteY3" fmla="*/ 12192000 h 12192002"/>
                  <a:gd name="connsiteX4" fmla="*/ 0 w 6858000"/>
                  <a:gd name="connsiteY4" fmla="*/ 12192000 h 12192002"/>
                  <a:gd name="connsiteX5" fmla="*/ 0 w 6858000"/>
                  <a:gd name="connsiteY5" fmla="*/ 0 h 12192002"/>
                  <a:gd name="connsiteX6" fmla="*/ 3539398 w 6858000"/>
                  <a:gd name="connsiteY6" fmla="*/ 0 h 12192002"/>
                  <a:gd name="connsiteX7" fmla="*/ 5566229 w 6858000"/>
                  <a:gd name="connsiteY7" fmla="*/ 2026831 h 12192002"/>
                  <a:gd name="connsiteX8" fmla="*/ 5566229 w 6858000"/>
                  <a:gd name="connsiteY8" fmla="*/ 2575538 h 12192002"/>
                  <a:gd name="connsiteX9" fmla="*/ 6858000 w 6858000"/>
                  <a:gd name="connsiteY9" fmla="*/ 3871657 h 12192002"/>
                  <a:gd name="connsiteX10" fmla="*/ 5566229 w 6858000"/>
                  <a:gd name="connsiteY10" fmla="*/ 3871657 h 12192002"/>
                  <a:gd name="connsiteX11" fmla="*/ 5566229 w 6858000"/>
                  <a:gd name="connsiteY11" fmla="*/ 3871658 h 12192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858000" h="12192002">
                    <a:moveTo>
                      <a:pt x="6858000" y="3871658"/>
                    </a:moveTo>
                    <a:lnTo>
                      <a:pt x="6858000" y="12192002"/>
                    </a:lnTo>
                    <a:lnTo>
                      <a:pt x="5363029" y="12192002"/>
                    </a:lnTo>
                    <a:lnTo>
                      <a:pt x="5363029" y="12192000"/>
                    </a:lnTo>
                    <a:lnTo>
                      <a:pt x="0" y="12192000"/>
                    </a:lnTo>
                    <a:lnTo>
                      <a:pt x="0" y="0"/>
                    </a:lnTo>
                    <a:lnTo>
                      <a:pt x="3539398" y="0"/>
                    </a:lnTo>
                    <a:lnTo>
                      <a:pt x="5566229" y="2026831"/>
                    </a:lnTo>
                    <a:lnTo>
                      <a:pt x="5566229" y="2575538"/>
                    </a:lnTo>
                    <a:lnTo>
                      <a:pt x="6858000" y="3871657"/>
                    </a:lnTo>
                    <a:lnTo>
                      <a:pt x="5566229" y="3871657"/>
                    </a:lnTo>
                    <a:lnTo>
                      <a:pt x="5566229" y="3871658"/>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grpSp>
        <p:sp>
          <p:nvSpPr>
            <p:cNvPr id="9" name="Полилиния: Фигура 12">
              <a:extLst>
                <a:ext uri="{FF2B5EF4-FFF2-40B4-BE49-F238E27FC236}">
                  <a16:creationId xmlns:a16="http://schemas.microsoft.com/office/drawing/2014/main" id="{E3AAB79D-382D-4A95-965E-526B6A681DA7}"/>
                </a:ext>
              </a:extLst>
            </p:cNvPr>
            <p:cNvSpPr/>
            <p:nvPr/>
          </p:nvSpPr>
          <p:spPr>
            <a:xfrm rot="18900000" flipH="1">
              <a:off x="-1604709" y="1397837"/>
              <a:ext cx="3211378" cy="3211378"/>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10" name="Полилиния: Фигура 9">
              <a:extLst>
                <a:ext uri="{FF2B5EF4-FFF2-40B4-BE49-F238E27FC236}">
                  <a16:creationId xmlns:a16="http://schemas.microsoft.com/office/drawing/2014/main" id="{C0A22127-2B4A-4B15-B0A9-F019A30347A1}"/>
                </a:ext>
              </a:extLst>
            </p:cNvPr>
            <p:cNvSpPr/>
            <p:nvPr/>
          </p:nvSpPr>
          <p:spPr>
            <a:xfrm rot="18900000">
              <a:off x="-861777" y="-3756"/>
              <a:ext cx="2676646" cy="1356876"/>
            </a:xfrm>
            <a:custGeom>
              <a:avLst/>
              <a:gdLst>
                <a:gd name="connsiteX0" fmla="*/ 1319770 w 2676646"/>
                <a:gd name="connsiteY0" fmla="*/ 0 h 1356876"/>
                <a:gd name="connsiteX1" fmla="*/ 2676646 w 2676646"/>
                <a:gd name="connsiteY1" fmla="*/ 1356876 h 1356876"/>
                <a:gd name="connsiteX2" fmla="*/ 0 w 2676646"/>
                <a:gd name="connsiteY2" fmla="*/ 1356876 h 1356876"/>
                <a:gd name="connsiteX3" fmla="*/ 0 w 2676646"/>
                <a:gd name="connsiteY3" fmla="*/ 1319770 h 1356876"/>
              </a:gdLst>
              <a:ahLst/>
              <a:cxnLst>
                <a:cxn ang="0">
                  <a:pos x="connsiteX0" y="connsiteY0"/>
                </a:cxn>
                <a:cxn ang="0">
                  <a:pos x="connsiteX1" y="connsiteY1"/>
                </a:cxn>
                <a:cxn ang="0">
                  <a:pos x="connsiteX2" y="connsiteY2"/>
                </a:cxn>
                <a:cxn ang="0">
                  <a:pos x="connsiteX3" y="connsiteY3"/>
                </a:cxn>
              </a:cxnLst>
              <a:rect l="l" t="t" r="r" b="b"/>
              <a:pathLst>
                <a:path w="2676646" h="1356876">
                  <a:moveTo>
                    <a:pt x="1319770" y="0"/>
                  </a:moveTo>
                  <a:lnTo>
                    <a:pt x="2676646" y="1356876"/>
                  </a:lnTo>
                  <a:lnTo>
                    <a:pt x="0" y="1356876"/>
                  </a:lnTo>
                  <a:lnTo>
                    <a:pt x="0" y="1319770"/>
                  </a:lnTo>
                  <a:close/>
                </a:path>
              </a:pathLst>
            </a:custGeom>
            <a:pattFill prst="wdUpDiag">
              <a:fgClr>
                <a:schemeClr val="accent2"/>
              </a:fgClr>
              <a:bgClr>
                <a:schemeClr val="accent1"/>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ru-RU" noProof="0"/>
            </a:p>
          </p:txBody>
        </p:sp>
        <p:sp>
          <p:nvSpPr>
            <p:cNvPr id="11" name="Полилиния: Фигура 12">
              <a:extLst>
                <a:ext uri="{FF2B5EF4-FFF2-40B4-BE49-F238E27FC236}">
                  <a16:creationId xmlns:a16="http://schemas.microsoft.com/office/drawing/2014/main" id="{F04D9FDC-1B67-4254-9535-CD32E81F0C3E}"/>
                </a:ext>
              </a:extLst>
            </p:cNvPr>
            <p:cNvSpPr/>
            <p:nvPr/>
          </p:nvSpPr>
          <p:spPr>
            <a:xfrm rot="13500000">
              <a:off x="-1226102" y="1737462"/>
              <a:ext cx="2416016" cy="2416016"/>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wdDnDiag">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grpSp>
          <p:nvGrpSpPr>
            <p:cNvPr id="12" name="Группа 11">
              <a:extLst>
                <a:ext uri="{FF2B5EF4-FFF2-40B4-BE49-F238E27FC236}">
                  <a16:creationId xmlns:a16="http://schemas.microsoft.com/office/drawing/2014/main" id="{0A86C4EA-4CF8-4531-845D-4FCB1E2F7422}"/>
                </a:ext>
              </a:extLst>
            </p:cNvPr>
            <p:cNvGrpSpPr/>
            <p:nvPr/>
          </p:nvGrpSpPr>
          <p:grpSpPr>
            <a:xfrm>
              <a:off x="-760406" y="4672937"/>
              <a:ext cx="1520812" cy="1520812"/>
              <a:chOff x="-1604709" y="3012880"/>
              <a:chExt cx="3211378" cy="3211378"/>
            </a:xfrm>
          </p:grpSpPr>
          <p:sp>
            <p:nvSpPr>
              <p:cNvPr id="13" name="Полилиния: Фигура 12">
                <a:extLst>
                  <a:ext uri="{FF2B5EF4-FFF2-40B4-BE49-F238E27FC236}">
                    <a16:creationId xmlns:a16="http://schemas.microsoft.com/office/drawing/2014/main" id="{1101B195-C112-4D20-8D19-4D22479B150D}"/>
                  </a:ext>
                </a:extLst>
              </p:cNvPr>
              <p:cNvSpPr/>
              <p:nvPr/>
            </p:nvSpPr>
            <p:spPr>
              <a:xfrm rot="18900000" flipH="1">
                <a:off x="-1604709" y="3012880"/>
                <a:ext cx="3211378" cy="3211378"/>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14" name="Полилиния: Фигура 12">
                <a:extLst>
                  <a:ext uri="{FF2B5EF4-FFF2-40B4-BE49-F238E27FC236}">
                    <a16:creationId xmlns:a16="http://schemas.microsoft.com/office/drawing/2014/main" id="{CA755F1F-9955-4CBB-8F34-F7801CA44CE7}"/>
                  </a:ext>
                </a:extLst>
              </p:cNvPr>
              <p:cNvSpPr/>
              <p:nvPr/>
            </p:nvSpPr>
            <p:spPr>
              <a:xfrm rot="13500000">
                <a:off x="-1226102" y="3352505"/>
                <a:ext cx="2416016" cy="2416016"/>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wdDnDiag">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grpSp>
      </p:grpSp>
      <p:sp>
        <p:nvSpPr>
          <p:cNvPr id="2" name="Заголовок 1">
            <a:extLst>
              <a:ext uri="{FF2B5EF4-FFF2-40B4-BE49-F238E27FC236}">
                <a16:creationId xmlns:a16="http://schemas.microsoft.com/office/drawing/2014/main" id="{9E597736-C478-4C26-9BAF-205FE31E977C}"/>
              </a:ext>
            </a:extLst>
          </p:cNvPr>
          <p:cNvSpPr>
            <a:spLocks noGrp="1"/>
          </p:cNvSpPr>
          <p:nvPr>
            <p:ph type="ctrTitle" hasCustomPrompt="1"/>
          </p:nvPr>
        </p:nvSpPr>
        <p:spPr>
          <a:xfrm>
            <a:off x="2761488" y="2395728"/>
            <a:ext cx="7077456" cy="1243584"/>
          </a:xfrm>
        </p:spPr>
        <p:txBody>
          <a:bodyPr vert="horz" lIns="91440" tIns="45720" rIns="91440" bIns="45720" rtlCol="0" anchor="b">
            <a:noAutofit/>
          </a:bodyPr>
          <a:lstStyle>
            <a:lvl1pPr>
              <a:defRPr lang="en-GB" sz="6600" b="1" dirty="0">
                <a:solidFill>
                  <a:schemeClr val="accent2"/>
                </a:solidFill>
                <a:latin typeface="+mj-lt"/>
                <a:ea typeface="Tahoma" panose="020B0604030504040204" pitchFamily="34" charset="0"/>
                <a:cs typeface="Tahoma" panose="020B0604030504040204" pitchFamily="34" charset="0"/>
              </a:defRPr>
            </a:lvl1pPr>
          </a:lstStyle>
          <a:p>
            <a:pPr lvl="0" rtl="0"/>
            <a:r>
              <a:rPr lang="ru-RU" noProof="0"/>
              <a:t>ЗАГОЛОВОК</a:t>
            </a:r>
          </a:p>
        </p:txBody>
      </p:sp>
      <p:sp>
        <p:nvSpPr>
          <p:cNvPr id="3" name="Подзаголовок 2">
            <a:extLst>
              <a:ext uri="{FF2B5EF4-FFF2-40B4-BE49-F238E27FC236}">
                <a16:creationId xmlns:a16="http://schemas.microsoft.com/office/drawing/2014/main" id="{C3D2DEF0-A0B0-4CFE-B67D-A9D75E2368DC}"/>
              </a:ext>
            </a:extLst>
          </p:cNvPr>
          <p:cNvSpPr>
            <a:spLocks noGrp="1"/>
          </p:cNvSpPr>
          <p:nvPr>
            <p:ph type="subTitle" idx="1"/>
          </p:nvPr>
        </p:nvSpPr>
        <p:spPr>
          <a:xfrm>
            <a:off x="2761488" y="3721608"/>
            <a:ext cx="7077456" cy="868680"/>
          </a:xfrm>
        </p:spPr>
        <p:txBody>
          <a:bodyPr vert="horz" lIns="91440" tIns="45720" rIns="91440" bIns="45720" rtlCol="0">
            <a:normAutofit/>
          </a:bodyPr>
          <a:lstStyle>
            <a:lvl1pPr marL="0" indent="0">
              <a:buNone/>
              <a:defRPr lang="en-GB" sz="1800" spc="300" dirty="0">
                <a:solidFill>
                  <a:schemeClr val="bg1"/>
                </a:solidFill>
                <a:latin typeface="+mn-lt"/>
                <a:cs typeface="Arial" panose="020B0604020202020204" pitchFamily="34" charset="0"/>
              </a:defRPr>
            </a:lvl1pPr>
          </a:lstStyle>
          <a:p>
            <a:pPr marL="228600" lvl="0" indent="-228600" rtl="0"/>
            <a:r>
              <a:rPr lang="ru-RU" noProof="0" smtClean="0"/>
              <a:t>Образец подзаголовка</a:t>
            </a:r>
            <a:endParaRPr lang="ru-RU" noProof="0"/>
          </a:p>
        </p:txBody>
      </p:sp>
    </p:spTree>
    <p:extLst>
      <p:ext uri="{BB962C8B-B14F-4D97-AF65-F5344CB8AC3E}">
        <p14:creationId xmlns:p14="http://schemas.microsoft.com/office/powerpoint/2010/main" val="4369596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Заголовок раздела">
    <p:spTree>
      <p:nvGrpSpPr>
        <p:cNvPr id="1" name=""/>
        <p:cNvGrpSpPr/>
        <p:nvPr/>
      </p:nvGrpSpPr>
      <p:grpSpPr>
        <a:xfrm>
          <a:off x="0" y="0"/>
          <a:ext cx="0" cy="0"/>
          <a:chOff x="0" y="0"/>
          <a:chExt cx="0" cy="0"/>
        </a:xfrm>
      </p:grpSpPr>
      <p:sp>
        <p:nvSpPr>
          <p:cNvPr id="7" name="Прямоугольник 6">
            <a:extLst>
              <a:ext uri="{FF2B5EF4-FFF2-40B4-BE49-F238E27FC236}">
                <a16:creationId xmlns:a16="http://schemas.microsoft.com/office/drawing/2014/main" id="{B2838D16-809E-4EB1-8C0C-0E63D8139112}"/>
              </a:ext>
            </a:extLst>
          </p:cNvPr>
          <p:cNvSpPr/>
          <p:nvPr userDrawn="1"/>
        </p:nvSpPr>
        <p:spPr>
          <a:xfrm>
            <a:off x="0" y="0"/>
            <a:ext cx="12192000" cy="6858000"/>
          </a:xfrm>
          <a:prstGeom prst="rect">
            <a:avLst/>
          </a:prstGeom>
          <a:solidFill>
            <a:srgbClr val="0C43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8" name="Полилиния: Фигура 7">
            <a:extLst>
              <a:ext uri="{FF2B5EF4-FFF2-40B4-BE49-F238E27FC236}">
                <a16:creationId xmlns:a16="http://schemas.microsoft.com/office/drawing/2014/main" id="{01FEB333-94B4-4E53-9019-D584810903BB}"/>
              </a:ext>
            </a:extLst>
          </p:cNvPr>
          <p:cNvSpPr/>
          <p:nvPr userDrawn="1"/>
        </p:nvSpPr>
        <p:spPr>
          <a:xfrm>
            <a:off x="0" y="0"/>
            <a:ext cx="12192000" cy="6862745"/>
          </a:xfrm>
          <a:custGeom>
            <a:avLst/>
            <a:gdLst>
              <a:gd name="connsiteX0" fmla="*/ 0 w 12192000"/>
              <a:gd name="connsiteY0" fmla="*/ 0 h 6849743"/>
              <a:gd name="connsiteX1" fmla="*/ 7554712 w 12192000"/>
              <a:gd name="connsiteY1" fmla="*/ 0 h 6849743"/>
              <a:gd name="connsiteX2" fmla="*/ 10266645 w 12192000"/>
              <a:gd name="connsiteY2" fmla="*/ 2711934 h 6849743"/>
              <a:gd name="connsiteX3" fmla="*/ 11289529 w 12192000"/>
              <a:gd name="connsiteY3" fmla="*/ 2711934 h 6849743"/>
              <a:gd name="connsiteX4" fmla="*/ 12191999 w 12192000"/>
              <a:gd name="connsiteY4" fmla="*/ 3614404 h 6849743"/>
              <a:gd name="connsiteX5" fmla="*/ 12192000 w 12192000"/>
              <a:gd name="connsiteY5" fmla="*/ 6849743 h 6849743"/>
              <a:gd name="connsiteX6" fmla="*/ 0 w 12192000"/>
              <a:gd name="connsiteY6" fmla="*/ 6849743 h 68497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6849743">
                <a:moveTo>
                  <a:pt x="0" y="0"/>
                </a:moveTo>
                <a:lnTo>
                  <a:pt x="7554712" y="0"/>
                </a:lnTo>
                <a:lnTo>
                  <a:pt x="10266645" y="2711934"/>
                </a:lnTo>
                <a:lnTo>
                  <a:pt x="11289529" y="2711934"/>
                </a:lnTo>
                <a:lnTo>
                  <a:pt x="12191999" y="3614404"/>
                </a:lnTo>
                <a:lnTo>
                  <a:pt x="12192000" y="6849743"/>
                </a:lnTo>
                <a:lnTo>
                  <a:pt x="0" y="6849743"/>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9" name="Полилиния: Фигура 8">
            <a:extLst>
              <a:ext uri="{FF2B5EF4-FFF2-40B4-BE49-F238E27FC236}">
                <a16:creationId xmlns:a16="http://schemas.microsoft.com/office/drawing/2014/main" id="{A59B9489-0CD9-4DB7-AC82-6E7867F91403}"/>
              </a:ext>
            </a:extLst>
          </p:cNvPr>
          <p:cNvSpPr/>
          <p:nvPr userDrawn="1"/>
        </p:nvSpPr>
        <p:spPr>
          <a:xfrm rot="16200000" flipV="1">
            <a:off x="2626805" y="-2626805"/>
            <a:ext cx="6862743" cy="12116353"/>
          </a:xfrm>
          <a:custGeom>
            <a:avLst/>
            <a:gdLst>
              <a:gd name="connsiteX0" fmla="*/ 6853871 w 6853871"/>
              <a:gd name="connsiteY0" fmla="*/ 12116353 h 12116353"/>
              <a:gd name="connsiteX1" fmla="*/ 6853871 w 6853871"/>
              <a:gd name="connsiteY1" fmla="*/ 8014954 h 12116353"/>
              <a:gd name="connsiteX2" fmla="*/ 4141930 w 6853871"/>
              <a:gd name="connsiteY2" fmla="*/ 8014954 h 12116353"/>
              <a:gd name="connsiteX3" fmla="*/ 4141930 w 6853871"/>
              <a:gd name="connsiteY3" fmla="*/ 8014952 h 12116353"/>
              <a:gd name="connsiteX4" fmla="*/ 6853871 w 6853871"/>
              <a:gd name="connsiteY4" fmla="*/ 8014952 h 12116353"/>
              <a:gd name="connsiteX5" fmla="*/ 4141930 w 6853871"/>
              <a:gd name="connsiteY5" fmla="*/ 5293882 h 12116353"/>
              <a:gd name="connsiteX6" fmla="*/ 4141930 w 6853871"/>
              <a:gd name="connsiteY6" fmla="*/ 4141928 h 12116353"/>
              <a:gd name="connsiteX7" fmla="*/ 0 w 6853871"/>
              <a:gd name="connsiteY7" fmla="*/ 0 h 12116353"/>
              <a:gd name="connsiteX8" fmla="*/ 0 w 6853871"/>
              <a:gd name="connsiteY8" fmla="*/ 12116353 h 121163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853871" h="12116353">
                <a:moveTo>
                  <a:pt x="6853871" y="12116353"/>
                </a:moveTo>
                <a:lnTo>
                  <a:pt x="6853871" y="8014954"/>
                </a:lnTo>
                <a:lnTo>
                  <a:pt x="4141930" y="8014954"/>
                </a:lnTo>
                <a:lnTo>
                  <a:pt x="4141930" y="8014952"/>
                </a:lnTo>
                <a:lnTo>
                  <a:pt x="6853871" y="8014952"/>
                </a:lnTo>
                <a:lnTo>
                  <a:pt x="4141930" y="5293882"/>
                </a:lnTo>
                <a:lnTo>
                  <a:pt x="4141930" y="4141928"/>
                </a:lnTo>
                <a:lnTo>
                  <a:pt x="0" y="0"/>
                </a:lnTo>
                <a:lnTo>
                  <a:pt x="0" y="12116353"/>
                </a:lnTo>
                <a:close/>
              </a:path>
            </a:pathLst>
          </a:custGeom>
          <a:pattFill prst="wdDnDiag">
            <a:fgClr>
              <a:schemeClr val="accent1"/>
            </a:fgClr>
            <a:bgClr>
              <a:schemeClr val="accent2"/>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10" name="Прямоугольный треугольник 9">
            <a:extLst>
              <a:ext uri="{FF2B5EF4-FFF2-40B4-BE49-F238E27FC236}">
                <a16:creationId xmlns:a16="http://schemas.microsoft.com/office/drawing/2014/main" id="{A55D1C76-C591-4FA5-9780-87AB6B37C0FA}"/>
              </a:ext>
            </a:extLst>
          </p:cNvPr>
          <p:cNvSpPr/>
          <p:nvPr userDrawn="1"/>
        </p:nvSpPr>
        <p:spPr>
          <a:xfrm rot="5400000" flipV="1">
            <a:off x="5851010" y="-10649"/>
            <a:ext cx="6326154" cy="6347453"/>
          </a:xfrm>
          <a:prstGeom prst="rtTriangle">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11" name="Полилиния: Фигура 10">
            <a:extLst>
              <a:ext uri="{FF2B5EF4-FFF2-40B4-BE49-F238E27FC236}">
                <a16:creationId xmlns:a16="http://schemas.microsoft.com/office/drawing/2014/main" id="{A7DC1D12-670F-4235-8791-FA8C2B330871}"/>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12" name="Полилиния: Фигура 11">
            <a:extLst>
              <a:ext uri="{FF2B5EF4-FFF2-40B4-BE49-F238E27FC236}">
                <a16:creationId xmlns:a16="http://schemas.microsoft.com/office/drawing/2014/main" id="{859569CF-FDAC-47C4-A0F5-296F7117C398}"/>
              </a:ext>
            </a:extLst>
          </p:cNvPr>
          <p:cNvSpPr/>
          <p:nvPr userDrawn="1"/>
        </p:nvSpPr>
        <p:spPr>
          <a:xfrm rot="2700000">
            <a:off x="9668984" y="1404392"/>
            <a:ext cx="4406148" cy="5299239"/>
          </a:xfrm>
          <a:custGeom>
            <a:avLst/>
            <a:gdLst>
              <a:gd name="connsiteX0" fmla="*/ 0 w 4406148"/>
              <a:gd name="connsiteY0" fmla="*/ 0 h 5299239"/>
              <a:gd name="connsiteX1" fmla="*/ 4406148 w 4406148"/>
              <a:gd name="connsiteY1" fmla="*/ 4406147 h 5299239"/>
              <a:gd name="connsiteX2" fmla="*/ 3513056 w 4406148"/>
              <a:gd name="connsiteY2" fmla="*/ 5299239 h 5299239"/>
              <a:gd name="connsiteX3" fmla="*/ 1 w 4406148"/>
              <a:gd name="connsiteY3" fmla="*/ 5299239 h 5299239"/>
            </a:gdLst>
            <a:ahLst/>
            <a:cxnLst>
              <a:cxn ang="0">
                <a:pos x="connsiteX0" y="connsiteY0"/>
              </a:cxn>
              <a:cxn ang="0">
                <a:pos x="connsiteX1" y="connsiteY1"/>
              </a:cxn>
              <a:cxn ang="0">
                <a:pos x="connsiteX2" y="connsiteY2"/>
              </a:cxn>
              <a:cxn ang="0">
                <a:pos x="connsiteX3" y="connsiteY3"/>
              </a:cxn>
            </a:cxnLst>
            <a:rect l="l" t="t" r="r" b="b"/>
            <a:pathLst>
              <a:path w="4406148" h="5299239">
                <a:moveTo>
                  <a:pt x="0" y="0"/>
                </a:moveTo>
                <a:lnTo>
                  <a:pt x="4406148" y="4406147"/>
                </a:lnTo>
                <a:lnTo>
                  <a:pt x="3513056" y="5299239"/>
                </a:lnTo>
                <a:lnTo>
                  <a:pt x="1" y="5299239"/>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ru-RU" noProof="0"/>
          </a:p>
        </p:txBody>
      </p:sp>
      <p:sp>
        <p:nvSpPr>
          <p:cNvPr id="13" name="Полилиния: Фигура 12">
            <a:extLst>
              <a:ext uri="{FF2B5EF4-FFF2-40B4-BE49-F238E27FC236}">
                <a16:creationId xmlns:a16="http://schemas.microsoft.com/office/drawing/2014/main" id="{D68D0C72-2B2C-4C85-A091-157853C71784}"/>
              </a:ext>
            </a:extLst>
          </p:cNvPr>
          <p:cNvSpPr/>
          <p:nvPr userDrawn="1"/>
        </p:nvSpPr>
        <p:spPr>
          <a:xfrm rot="8100000" flipH="1">
            <a:off x="9583575" y="1088097"/>
            <a:ext cx="5072180" cy="4843502"/>
          </a:xfrm>
          <a:custGeom>
            <a:avLst/>
            <a:gdLst>
              <a:gd name="connsiteX0" fmla="*/ 5072180 w 5072180"/>
              <a:gd name="connsiteY0" fmla="*/ 4843501 h 4843502"/>
              <a:gd name="connsiteX1" fmla="*/ 228679 w 5072180"/>
              <a:gd name="connsiteY1" fmla="*/ 0 h 4843502"/>
              <a:gd name="connsiteX2" fmla="*/ 1 w 5072180"/>
              <a:gd name="connsiteY2" fmla="*/ 228678 h 4843502"/>
              <a:gd name="connsiteX3" fmla="*/ 0 w 5072180"/>
              <a:gd name="connsiteY3" fmla="*/ 4843502 h 4843502"/>
            </a:gdLst>
            <a:ahLst/>
            <a:cxnLst>
              <a:cxn ang="0">
                <a:pos x="connsiteX0" y="connsiteY0"/>
              </a:cxn>
              <a:cxn ang="0">
                <a:pos x="connsiteX1" y="connsiteY1"/>
              </a:cxn>
              <a:cxn ang="0">
                <a:pos x="connsiteX2" y="connsiteY2"/>
              </a:cxn>
              <a:cxn ang="0">
                <a:pos x="connsiteX3" y="connsiteY3"/>
              </a:cxn>
            </a:cxnLst>
            <a:rect l="l" t="t" r="r" b="b"/>
            <a:pathLst>
              <a:path w="5072180" h="4843502">
                <a:moveTo>
                  <a:pt x="5072180" y="4843501"/>
                </a:moveTo>
                <a:lnTo>
                  <a:pt x="228679" y="0"/>
                </a:lnTo>
                <a:lnTo>
                  <a:pt x="1" y="228678"/>
                </a:lnTo>
                <a:lnTo>
                  <a:pt x="0" y="4843502"/>
                </a:lnTo>
                <a:close/>
              </a:path>
            </a:pathLst>
          </a:custGeom>
          <a:pattFill prst="wdDnDiag">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ru-RU" noProof="0"/>
          </a:p>
        </p:txBody>
      </p:sp>
      <p:sp>
        <p:nvSpPr>
          <p:cNvPr id="14" name="Полилиния: Фигура 13">
            <a:extLst>
              <a:ext uri="{FF2B5EF4-FFF2-40B4-BE49-F238E27FC236}">
                <a16:creationId xmlns:a16="http://schemas.microsoft.com/office/drawing/2014/main" id="{8E25334A-5FE3-4DDA-8D32-4796CCFCAA74}"/>
              </a:ext>
            </a:extLst>
          </p:cNvPr>
          <p:cNvSpPr/>
          <p:nvPr userDrawn="1"/>
        </p:nvSpPr>
        <p:spPr>
          <a:xfrm rot="2700000">
            <a:off x="11438585" y="5665752"/>
            <a:ext cx="877778" cy="1755556"/>
          </a:xfrm>
          <a:custGeom>
            <a:avLst/>
            <a:gdLst>
              <a:gd name="connsiteX0" fmla="*/ 0 w 877778"/>
              <a:gd name="connsiteY0" fmla="*/ 0 h 1755556"/>
              <a:gd name="connsiteX1" fmla="*/ 877778 w 877778"/>
              <a:gd name="connsiteY1" fmla="*/ 877778 h 1755556"/>
              <a:gd name="connsiteX2" fmla="*/ 0 w 877778"/>
              <a:gd name="connsiteY2" fmla="*/ 1755556 h 1755556"/>
            </a:gdLst>
            <a:ahLst/>
            <a:cxnLst>
              <a:cxn ang="0">
                <a:pos x="connsiteX0" y="connsiteY0"/>
              </a:cxn>
              <a:cxn ang="0">
                <a:pos x="connsiteX1" y="connsiteY1"/>
              </a:cxn>
              <a:cxn ang="0">
                <a:pos x="connsiteX2" y="connsiteY2"/>
              </a:cxn>
            </a:cxnLst>
            <a:rect l="l" t="t" r="r" b="b"/>
            <a:pathLst>
              <a:path w="877778" h="1755556">
                <a:moveTo>
                  <a:pt x="0" y="0"/>
                </a:moveTo>
                <a:lnTo>
                  <a:pt x="877778" y="877778"/>
                </a:lnTo>
                <a:lnTo>
                  <a:pt x="0" y="1755556"/>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ru-RU" noProof="0"/>
          </a:p>
        </p:txBody>
      </p:sp>
      <p:sp>
        <p:nvSpPr>
          <p:cNvPr id="15" name="Полилиния: Фигура 14">
            <a:extLst>
              <a:ext uri="{FF2B5EF4-FFF2-40B4-BE49-F238E27FC236}">
                <a16:creationId xmlns:a16="http://schemas.microsoft.com/office/drawing/2014/main" id="{18818DF1-D7FD-4C0F-875D-7A07E8F75C06}"/>
              </a:ext>
            </a:extLst>
          </p:cNvPr>
          <p:cNvSpPr/>
          <p:nvPr userDrawn="1"/>
        </p:nvSpPr>
        <p:spPr>
          <a:xfrm rot="8100000" flipH="1">
            <a:off x="10582265" y="5841410"/>
            <a:ext cx="2372348" cy="1186174"/>
          </a:xfrm>
          <a:custGeom>
            <a:avLst/>
            <a:gdLst>
              <a:gd name="connsiteX0" fmla="*/ 2372348 w 2372348"/>
              <a:gd name="connsiteY0" fmla="*/ 1186174 h 1186174"/>
              <a:gd name="connsiteX1" fmla="*/ 1186174 w 2372348"/>
              <a:gd name="connsiteY1" fmla="*/ 0 h 1186174"/>
              <a:gd name="connsiteX2" fmla="*/ 0 w 2372348"/>
              <a:gd name="connsiteY2" fmla="*/ 1186174 h 1186174"/>
            </a:gdLst>
            <a:ahLst/>
            <a:cxnLst>
              <a:cxn ang="0">
                <a:pos x="connsiteX0" y="connsiteY0"/>
              </a:cxn>
              <a:cxn ang="0">
                <a:pos x="connsiteX1" y="connsiteY1"/>
              </a:cxn>
              <a:cxn ang="0">
                <a:pos x="connsiteX2" y="connsiteY2"/>
              </a:cxn>
            </a:cxnLst>
            <a:rect l="l" t="t" r="r" b="b"/>
            <a:pathLst>
              <a:path w="2372348" h="1186174">
                <a:moveTo>
                  <a:pt x="2372348" y="1186174"/>
                </a:moveTo>
                <a:lnTo>
                  <a:pt x="1186174" y="0"/>
                </a:lnTo>
                <a:lnTo>
                  <a:pt x="0" y="1186174"/>
                </a:lnTo>
                <a:close/>
              </a:path>
            </a:pathLst>
          </a:custGeom>
          <a:pattFill prst="wdUpDiag">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ru-RU" noProof="0"/>
          </a:p>
        </p:txBody>
      </p:sp>
      <p:grpSp>
        <p:nvGrpSpPr>
          <p:cNvPr id="16" name="Группа 15">
            <a:extLst>
              <a:ext uri="{FF2B5EF4-FFF2-40B4-BE49-F238E27FC236}">
                <a16:creationId xmlns:a16="http://schemas.microsoft.com/office/drawing/2014/main" id="{8F9BB384-9E14-4CEA-82C1-21837229D3EF}"/>
              </a:ext>
            </a:extLst>
          </p:cNvPr>
          <p:cNvGrpSpPr/>
          <p:nvPr userDrawn="1"/>
        </p:nvGrpSpPr>
        <p:grpSpPr>
          <a:xfrm rot="16200000">
            <a:off x="431651" y="-917359"/>
            <a:ext cx="1532001" cy="1826463"/>
            <a:chOff x="10800164" y="7142066"/>
            <a:chExt cx="2775293" cy="3308724"/>
          </a:xfrm>
        </p:grpSpPr>
        <p:sp>
          <p:nvSpPr>
            <p:cNvPr id="17" name="Полилиния: Фигура 16">
              <a:extLst>
                <a:ext uri="{FF2B5EF4-FFF2-40B4-BE49-F238E27FC236}">
                  <a16:creationId xmlns:a16="http://schemas.microsoft.com/office/drawing/2014/main" id="{0862A81A-959D-4EAB-90ED-DB20759BB397}"/>
                </a:ext>
              </a:extLst>
            </p:cNvPr>
            <p:cNvSpPr/>
            <p:nvPr/>
          </p:nvSpPr>
          <p:spPr>
            <a:xfrm rot="2700000">
              <a:off x="10800164" y="7675497"/>
              <a:ext cx="2775293" cy="277529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18" name="Полилиния: Фигура 17">
              <a:extLst>
                <a:ext uri="{FF2B5EF4-FFF2-40B4-BE49-F238E27FC236}">
                  <a16:creationId xmlns:a16="http://schemas.microsoft.com/office/drawing/2014/main" id="{AAB9E28C-9422-42BD-AECE-29B44B5D63E2}"/>
                </a:ext>
              </a:extLst>
            </p:cNvPr>
            <p:cNvSpPr/>
            <p:nvPr/>
          </p:nvSpPr>
          <p:spPr>
            <a:xfrm rot="8100000" flipH="1">
              <a:off x="10811837" y="7142066"/>
              <a:ext cx="2751954" cy="2751955"/>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wdDnDiag">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grpSp>
      <p:grpSp>
        <p:nvGrpSpPr>
          <p:cNvPr id="19" name="Группа 18">
            <a:extLst>
              <a:ext uri="{FF2B5EF4-FFF2-40B4-BE49-F238E27FC236}">
                <a16:creationId xmlns:a16="http://schemas.microsoft.com/office/drawing/2014/main" id="{2772239B-C46D-4458-BB4B-DDB12FAB0172}"/>
              </a:ext>
            </a:extLst>
          </p:cNvPr>
          <p:cNvGrpSpPr/>
          <p:nvPr userDrawn="1"/>
        </p:nvGrpSpPr>
        <p:grpSpPr>
          <a:xfrm rot="16200000">
            <a:off x="1992859" y="-497210"/>
            <a:ext cx="818398" cy="986162"/>
            <a:chOff x="10945855" y="7317026"/>
            <a:chExt cx="2483924" cy="2993104"/>
          </a:xfrm>
        </p:grpSpPr>
        <p:sp>
          <p:nvSpPr>
            <p:cNvPr id="20" name="Полилиния: Фигура 19">
              <a:extLst>
                <a:ext uri="{FF2B5EF4-FFF2-40B4-BE49-F238E27FC236}">
                  <a16:creationId xmlns:a16="http://schemas.microsoft.com/office/drawing/2014/main" id="{3C8A2A1A-1FB9-4CA1-B74E-B293187E51AA}"/>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21" name="Полилиния: Фигура 20">
              <a:extLst>
                <a:ext uri="{FF2B5EF4-FFF2-40B4-BE49-F238E27FC236}">
                  <a16:creationId xmlns:a16="http://schemas.microsoft.com/office/drawing/2014/main" id="{DF2B18BA-6B43-40FA-A23B-D894D6AB468B}"/>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grpSp>
      <p:sp>
        <p:nvSpPr>
          <p:cNvPr id="3" name="Текст 2">
            <a:extLst>
              <a:ext uri="{FF2B5EF4-FFF2-40B4-BE49-F238E27FC236}">
                <a16:creationId xmlns:a16="http://schemas.microsoft.com/office/drawing/2014/main" id="{5E194264-A3F5-42E2-9A63-DCCED0457E1B}"/>
              </a:ext>
            </a:extLst>
          </p:cNvPr>
          <p:cNvSpPr>
            <a:spLocks noGrp="1"/>
          </p:cNvSpPr>
          <p:nvPr>
            <p:ph type="body" idx="1"/>
          </p:nvPr>
        </p:nvSpPr>
        <p:spPr>
          <a:xfrm>
            <a:off x="831850" y="4754880"/>
            <a:ext cx="6803136" cy="365760"/>
          </a:xfrm>
        </p:spPr>
        <p:txBody>
          <a:bodyPr vert="horz" lIns="91440" tIns="45720" rIns="91440" bIns="45720" rtlCol="0">
            <a:normAutofit/>
          </a:bodyPr>
          <a:lstStyle>
            <a:lvl1pPr marL="0" indent="0">
              <a:buNone/>
              <a:defRPr lang="en-US" sz="1600" spc="300">
                <a:solidFill>
                  <a:schemeClr val="accent1">
                    <a:lumMod val="20000"/>
                    <a:lumOff val="80000"/>
                  </a:schemeClr>
                </a:solidFill>
                <a:latin typeface="+mn-lt"/>
                <a:cs typeface="Arial" panose="020B0604020202020204" pitchFamily="34" charset="0"/>
              </a:defRPr>
            </a:lvl1pPr>
          </a:lstStyle>
          <a:p>
            <a:pPr marL="228600" lvl="0" indent="-228600" rtl="0"/>
            <a:r>
              <a:rPr lang="ru-RU" noProof="0" smtClean="0"/>
              <a:t>Образец текста</a:t>
            </a:r>
          </a:p>
        </p:txBody>
      </p:sp>
      <p:sp>
        <p:nvSpPr>
          <p:cNvPr id="22" name="Номер слайда 4">
            <a:extLst>
              <a:ext uri="{FF2B5EF4-FFF2-40B4-BE49-F238E27FC236}">
                <a16:creationId xmlns:a16="http://schemas.microsoft.com/office/drawing/2014/main" id="{0F332671-6296-47C8-BF26-B2D962F5D03D}"/>
              </a:ext>
            </a:extLst>
          </p:cNvPr>
          <p:cNvSpPr>
            <a:spLocks noGrp="1"/>
          </p:cNvSpPr>
          <p:nvPr>
            <p:ph type="sldNum" sz="quarter" idx="12"/>
          </p:nvPr>
        </p:nvSpPr>
        <p:spPr>
          <a:xfrm>
            <a:off x="11252200" y="6315075"/>
            <a:ext cx="406400" cy="365125"/>
          </a:xfrm>
        </p:spPr>
        <p:txBody>
          <a:bodyPr rtlCol="0"/>
          <a:lstStyle>
            <a:lvl1pPr>
              <a:defRPr sz="1000">
                <a:solidFill>
                  <a:schemeClr val="bg1"/>
                </a:solidFill>
                <a:latin typeface="Trade Gothic LT Pro" panose="020B0503040303020004" pitchFamily="34" charset="0"/>
              </a:defRPr>
            </a:lvl1pPr>
          </a:lstStyle>
          <a:p>
            <a:pPr rtl="0"/>
            <a:fld id="{C263D6C4-4840-40CC-AC84-17E24B3B7BDE}" type="slidenum">
              <a:rPr lang="ru-RU" noProof="0" smtClean="0"/>
              <a:pPr/>
              <a:t>‹#›</a:t>
            </a:fld>
            <a:endParaRPr lang="ru-RU" noProof="0"/>
          </a:p>
        </p:txBody>
      </p:sp>
      <p:sp>
        <p:nvSpPr>
          <p:cNvPr id="23" name="Заголовок 1">
            <a:extLst>
              <a:ext uri="{FF2B5EF4-FFF2-40B4-BE49-F238E27FC236}">
                <a16:creationId xmlns:a16="http://schemas.microsoft.com/office/drawing/2014/main" id="{7772A652-7229-2B42-B87B-298C31D6F0CB}"/>
              </a:ext>
            </a:extLst>
          </p:cNvPr>
          <p:cNvSpPr>
            <a:spLocks noGrp="1"/>
          </p:cNvSpPr>
          <p:nvPr>
            <p:ph type="title" hasCustomPrompt="1"/>
          </p:nvPr>
        </p:nvSpPr>
        <p:spPr>
          <a:xfrm>
            <a:off x="832104" y="3886200"/>
            <a:ext cx="7781544" cy="859055"/>
          </a:xfrm>
        </p:spPr>
        <p:txBody>
          <a:bodyPr vert="horz" lIns="91440" tIns="45720" rIns="91440" bIns="45720" rtlCol="0" anchor="b">
            <a:normAutofit/>
          </a:bodyPr>
          <a:lstStyle>
            <a:lvl1pPr>
              <a:defRPr lang="en-GB" sz="5400" b="1" dirty="0">
                <a:solidFill>
                  <a:schemeClr val="bg1"/>
                </a:solidFill>
                <a:latin typeface="+mj-lt"/>
              </a:defRPr>
            </a:lvl1pPr>
          </a:lstStyle>
          <a:p>
            <a:pPr lvl="0" rtl="0"/>
            <a:r>
              <a:rPr lang="ru-RU" noProof="0"/>
              <a:t>Заголовок раздела 01</a:t>
            </a:r>
          </a:p>
        </p:txBody>
      </p:sp>
    </p:spTree>
    <p:extLst>
      <p:ext uri="{BB962C8B-B14F-4D97-AF65-F5344CB8AC3E}">
        <p14:creationId xmlns:p14="http://schemas.microsoft.com/office/powerpoint/2010/main" val="16751974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Дополнительный заголовок раздела">
    <p:spTree>
      <p:nvGrpSpPr>
        <p:cNvPr id="1" name=""/>
        <p:cNvGrpSpPr/>
        <p:nvPr/>
      </p:nvGrpSpPr>
      <p:grpSpPr>
        <a:xfrm>
          <a:off x="0" y="0"/>
          <a:ext cx="0" cy="0"/>
          <a:chOff x="0" y="0"/>
          <a:chExt cx="0" cy="0"/>
        </a:xfrm>
      </p:grpSpPr>
      <p:sp>
        <p:nvSpPr>
          <p:cNvPr id="22" name="Прямоугольник 21">
            <a:extLst>
              <a:ext uri="{FF2B5EF4-FFF2-40B4-BE49-F238E27FC236}">
                <a16:creationId xmlns:a16="http://schemas.microsoft.com/office/drawing/2014/main" id="{2CDBB6E5-B91E-4946-9390-E8693855103A}"/>
              </a:ext>
            </a:extLst>
          </p:cNvPr>
          <p:cNvSpPr/>
          <p:nvPr userDrawn="1"/>
        </p:nvSpPr>
        <p:spPr>
          <a:xfrm>
            <a:off x="0" y="0"/>
            <a:ext cx="12192000" cy="6858000"/>
          </a:xfrm>
          <a:prstGeom prst="rect">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34" name="Полилиния: Фигура 33">
            <a:extLst>
              <a:ext uri="{FF2B5EF4-FFF2-40B4-BE49-F238E27FC236}">
                <a16:creationId xmlns:a16="http://schemas.microsoft.com/office/drawing/2014/main" id="{0C3CC1C9-1FA0-4FE4-8984-4A8B3728D674}"/>
              </a:ext>
            </a:extLst>
          </p:cNvPr>
          <p:cNvSpPr/>
          <p:nvPr userDrawn="1"/>
        </p:nvSpPr>
        <p:spPr>
          <a:xfrm rot="16200000" flipV="1">
            <a:off x="2855762" y="-2473495"/>
            <a:ext cx="6862743" cy="11809733"/>
          </a:xfrm>
          <a:custGeom>
            <a:avLst/>
            <a:gdLst>
              <a:gd name="connsiteX0" fmla="*/ 6862743 w 6862743"/>
              <a:gd name="connsiteY0" fmla="*/ 11809733 h 11809733"/>
              <a:gd name="connsiteX1" fmla="*/ 6862743 w 6862743"/>
              <a:gd name="connsiteY1" fmla="*/ 7708334 h 11809733"/>
              <a:gd name="connsiteX2" fmla="*/ 4147292 w 6862743"/>
              <a:gd name="connsiteY2" fmla="*/ 7708334 h 11809733"/>
              <a:gd name="connsiteX3" fmla="*/ 4147292 w 6862743"/>
              <a:gd name="connsiteY3" fmla="*/ 7708332 h 11809733"/>
              <a:gd name="connsiteX4" fmla="*/ 6862743 w 6862743"/>
              <a:gd name="connsiteY4" fmla="*/ 7708332 h 11809733"/>
              <a:gd name="connsiteX5" fmla="*/ 4147291 w 6862743"/>
              <a:gd name="connsiteY5" fmla="*/ 4987262 h 11809733"/>
              <a:gd name="connsiteX6" fmla="*/ 4147291 w 6862743"/>
              <a:gd name="connsiteY6" fmla="*/ 3835308 h 11809733"/>
              <a:gd name="connsiteX7" fmla="*/ 307017 w 6862743"/>
              <a:gd name="connsiteY7" fmla="*/ 0 h 11809733"/>
              <a:gd name="connsiteX8" fmla="*/ 0 w 6862743"/>
              <a:gd name="connsiteY8" fmla="*/ 0 h 11809733"/>
              <a:gd name="connsiteX9" fmla="*/ 0 w 6862743"/>
              <a:gd name="connsiteY9" fmla="*/ 11809733 h 11809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3" h="11809733">
                <a:moveTo>
                  <a:pt x="6862743" y="11809733"/>
                </a:moveTo>
                <a:lnTo>
                  <a:pt x="6862743" y="7708334"/>
                </a:lnTo>
                <a:lnTo>
                  <a:pt x="4147292" y="7708334"/>
                </a:lnTo>
                <a:lnTo>
                  <a:pt x="4147292" y="7708332"/>
                </a:lnTo>
                <a:lnTo>
                  <a:pt x="6862743" y="7708332"/>
                </a:lnTo>
                <a:lnTo>
                  <a:pt x="4147291" y="4987262"/>
                </a:lnTo>
                <a:lnTo>
                  <a:pt x="4147291" y="3835308"/>
                </a:lnTo>
                <a:lnTo>
                  <a:pt x="307017" y="0"/>
                </a:lnTo>
                <a:lnTo>
                  <a:pt x="0" y="0"/>
                </a:lnTo>
                <a:lnTo>
                  <a:pt x="0" y="11809733"/>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ru-RU" noProof="0"/>
          </a:p>
        </p:txBody>
      </p:sp>
      <p:sp>
        <p:nvSpPr>
          <p:cNvPr id="24" name="Полилиния: Фигура 23">
            <a:extLst>
              <a:ext uri="{FF2B5EF4-FFF2-40B4-BE49-F238E27FC236}">
                <a16:creationId xmlns:a16="http://schemas.microsoft.com/office/drawing/2014/main" id="{8E049265-431E-48DE-B7F7-4959930171DC}"/>
              </a:ext>
            </a:extLst>
          </p:cNvPr>
          <p:cNvSpPr/>
          <p:nvPr userDrawn="1"/>
        </p:nvSpPr>
        <p:spPr>
          <a:xfrm rot="16200000" flipV="1">
            <a:off x="2626806" y="-2626805"/>
            <a:ext cx="6862743" cy="12116353"/>
          </a:xfrm>
          <a:custGeom>
            <a:avLst/>
            <a:gdLst>
              <a:gd name="connsiteX0" fmla="*/ 6853871 w 6853871"/>
              <a:gd name="connsiteY0" fmla="*/ 12116353 h 12116353"/>
              <a:gd name="connsiteX1" fmla="*/ 6853871 w 6853871"/>
              <a:gd name="connsiteY1" fmla="*/ 8014954 h 12116353"/>
              <a:gd name="connsiteX2" fmla="*/ 4141930 w 6853871"/>
              <a:gd name="connsiteY2" fmla="*/ 8014954 h 12116353"/>
              <a:gd name="connsiteX3" fmla="*/ 4141930 w 6853871"/>
              <a:gd name="connsiteY3" fmla="*/ 8014952 h 12116353"/>
              <a:gd name="connsiteX4" fmla="*/ 6853871 w 6853871"/>
              <a:gd name="connsiteY4" fmla="*/ 8014952 h 12116353"/>
              <a:gd name="connsiteX5" fmla="*/ 4141930 w 6853871"/>
              <a:gd name="connsiteY5" fmla="*/ 5293882 h 12116353"/>
              <a:gd name="connsiteX6" fmla="*/ 4141930 w 6853871"/>
              <a:gd name="connsiteY6" fmla="*/ 4141928 h 12116353"/>
              <a:gd name="connsiteX7" fmla="*/ 0 w 6853871"/>
              <a:gd name="connsiteY7" fmla="*/ 0 h 12116353"/>
              <a:gd name="connsiteX8" fmla="*/ 0 w 6853871"/>
              <a:gd name="connsiteY8" fmla="*/ 12116353 h 121163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853871" h="12116353">
                <a:moveTo>
                  <a:pt x="6853871" y="12116353"/>
                </a:moveTo>
                <a:lnTo>
                  <a:pt x="6853871" y="8014954"/>
                </a:lnTo>
                <a:lnTo>
                  <a:pt x="4141930" y="8014954"/>
                </a:lnTo>
                <a:lnTo>
                  <a:pt x="4141930" y="8014952"/>
                </a:lnTo>
                <a:lnTo>
                  <a:pt x="6853871" y="8014952"/>
                </a:lnTo>
                <a:lnTo>
                  <a:pt x="4141930" y="5293882"/>
                </a:lnTo>
                <a:lnTo>
                  <a:pt x="4141930" y="4141928"/>
                </a:lnTo>
                <a:lnTo>
                  <a:pt x="0" y="0"/>
                </a:lnTo>
                <a:lnTo>
                  <a:pt x="0" y="12116353"/>
                </a:lnTo>
                <a:close/>
              </a:path>
            </a:pathLst>
          </a:custGeom>
          <a:pattFill prst="wdUpDiag">
            <a:fgClr>
              <a:schemeClr val="accent2"/>
            </a:fgClr>
            <a:bgClr>
              <a:schemeClr val="accent1"/>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25" name="Полилиния: Фигура 24">
            <a:extLst>
              <a:ext uri="{FF2B5EF4-FFF2-40B4-BE49-F238E27FC236}">
                <a16:creationId xmlns:a16="http://schemas.microsoft.com/office/drawing/2014/main" id="{173E5F2D-1F8E-4DCC-857F-932C6C6539BB}"/>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grpSp>
        <p:nvGrpSpPr>
          <p:cNvPr id="26" name="Группа 25">
            <a:extLst>
              <a:ext uri="{FF2B5EF4-FFF2-40B4-BE49-F238E27FC236}">
                <a16:creationId xmlns:a16="http://schemas.microsoft.com/office/drawing/2014/main" id="{E9318B2B-E019-4078-9EF0-C9D6281AE31B}"/>
              </a:ext>
            </a:extLst>
          </p:cNvPr>
          <p:cNvGrpSpPr/>
          <p:nvPr userDrawn="1"/>
        </p:nvGrpSpPr>
        <p:grpSpPr>
          <a:xfrm>
            <a:off x="9776075" y="2057401"/>
            <a:ext cx="4413559" cy="3934444"/>
            <a:chOff x="9222437" y="1088097"/>
            <a:chExt cx="5433318" cy="4843502"/>
          </a:xfrm>
        </p:grpSpPr>
        <p:sp>
          <p:nvSpPr>
            <p:cNvPr id="27" name="Полилиния: Фигура 26">
              <a:extLst>
                <a:ext uri="{FF2B5EF4-FFF2-40B4-BE49-F238E27FC236}">
                  <a16:creationId xmlns:a16="http://schemas.microsoft.com/office/drawing/2014/main" id="{D3E625C0-9656-421F-861F-67C8F93362ED}"/>
                </a:ext>
              </a:extLst>
            </p:cNvPr>
            <p:cNvSpPr/>
            <p:nvPr/>
          </p:nvSpPr>
          <p:spPr>
            <a:xfrm rot="2700000">
              <a:off x="9668983" y="1078460"/>
              <a:ext cx="4406148" cy="5299239"/>
            </a:xfrm>
            <a:custGeom>
              <a:avLst/>
              <a:gdLst>
                <a:gd name="connsiteX0" fmla="*/ 0 w 4406148"/>
                <a:gd name="connsiteY0" fmla="*/ 0 h 5299239"/>
                <a:gd name="connsiteX1" fmla="*/ 4406148 w 4406148"/>
                <a:gd name="connsiteY1" fmla="*/ 4406147 h 5299239"/>
                <a:gd name="connsiteX2" fmla="*/ 3513056 w 4406148"/>
                <a:gd name="connsiteY2" fmla="*/ 5299239 h 5299239"/>
                <a:gd name="connsiteX3" fmla="*/ 1 w 4406148"/>
                <a:gd name="connsiteY3" fmla="*/ 5299239 h 5299239"/>
              </a:gdLst>
              <a:ahLst/>
              <a:cxnLst>
                <a:cxn ang="0">
                  <a:pos x="connsiteX0" y="connsiteY0"/>
                </a:cxn>
                <a:cxn ang="0">
                  <a:pos x="connsiteX1" y="connsiteY1"/>
                </a:cxn>
                <a:cxn ang="0">
                  <a:pos x="connsiteX2" y="connsiteY2"/>
                </a:cxn>
                <a:cxn ang="0">
                  <a:pos x="connsiteX3" y="connsiteY3"/>
                </a:cxn>
              </a:cxnLst>
              <a:rect l="l" t="t" r="r" b="b"/>
              <a:pathLst>
                <a:path w="4406148" h="5299239">
                  <a:moveTo>
                    <a:pt x="0" y="0"/>
                  </a:moveTo>
                  <a:lnTo>
                    <a:pt x="4406148" y="4406147"/>
                  </a:lnTo>
                  <a:lnTo>
                    <a:pt x="3513056" y="5299239"/>
                  </a:lnTo>
                  <a:lnTo>
                    <a:pt x="1" y="5299239"/>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ru-RU" noProof="0"/>
            </a:p>
          </p:txBody>
        </p:sp>
        <p:sp>
          <p:nvSpPr>
            <p:cNvPr id="28" name="Полилиния: Фигура 27">
              <a:extLst>
                <a:ext uri="{FF2B5EF4-FFF2-40B4-BE49-F238E27FC236}">
                  <a16:creationId xmlns:a16="http://schemas.microsoft.com/office/drawing/2014/main" id="{49F8E490-C6E3-4D00-866F-CD85DD88996E}"/>
                </a:ext>
              </a:extLst>
            </p:cNvPr>
            <p:cNvSpPr/>
            <p:nvPr/>
          </p:nvSpPr>
          <p:spPr>
            <a:xfrm rot="8100000" flipH="1">
              <a:off x="9583575" y="1088097"/>
              <a:ext cx="5072180" cy="4843502"/>
            </a:xfrm>
            <a:custGeom>
              <a:avLst/>
              <a:gdLst>
                <a:gd name="connsiteX0" fmla="*/ 5072180 w 5072180"/>
                <a:gd name="connsiteY0" fmla="*/ 4843501 h 4843502"/>
                <a:gd name="connsiteX1" fmla="*/ 228679 w 5072180"/>
                <a:gd name="connsiteY1" fmla="*/ 0 h 4843502"/>
                <a:gd name="connsiteX2" fmla="*/ 1 w 5072180"/>
                <a:gd name="connsiteY2" fmla="*/ 228678 h 4843502"/>
                <a:gd name="connsiteX3" fmla="*/ 0 w 5072180"/>
                <a:gd name="connsiteY3" fmla="*/ 4843502 h 4843502"/>
              </a:gdLst>
              <a:ahLst/>
              <a:cxnLst>
                <a:cxn ang="0">
                  <a:pos x="connsiteX0" y="connsiteY0"/>
                </a:cxn>
                <a:cxn ang="0">
                  <a:pos x="connsiteX1" y="connsiteY1"/>
                </a:cxn>
                <a:cxn ang="0">
                  <a:pos x="connsiteX2" y="connsiteY2"/>
                </a:cxn>
                <a:cxn ang="0">
                  <a:pos x="connsiteX3" y="connsiteY3"/>
                </a:cxn>
              </a:cxnLst>
              <a:rect l="l" t="t" r="r" b="b"/>
              <a:pathLst>
                <a:path w="5072180" h="4843502">
                  <a:moveTo>
                    <a:pt x="5072180" y="4843501"/>
                  </a:moveTo>
                  <a:lnTo>
                    <a:pt x="228679" y="0"/>
                  </a:lnTo>
                  <a:lnTo>
                    <a:pt x="1" y="228678"/>
                  </a:lnTo>
                  <a:lnTo>
                    <a:pt x="0" y="4843502"/>
                  </a:lnTo>
                  <a:close/>
                </a:path>
              </a:pathLst>
            </a:custGeom>
            <a:pattFill prst="wdDnDiag">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ru-RU" noProof="0"/>
            </a:p>
          </p:txBody>
        </p:sp>
      </p:grpSp>
      <p:sp>
        <p:nvSpPr>
          <p:cNvPr id="29" name="Полилиния: Фигура 28">
            <a:extLst>
              <a:ext uri="{FF2B5EF4-FFF2-40B4-BE49-F238E27FC236}">
                <a16:creationId xmlns:a16="http://schemas.microsoft.com/office/drawing/2014/main" id="{EE8F5B31-1523-46AE-9455-C33DFC1BDDE0}"/>
              </a:ext>
            </a:extLst>
          </p:cNvPr>
          <p:cNvSpPr/>
          <p:nvPr userDrawn="1"/>
        </p:nvSpPr>
        <p:spPr>
          <a:xfrm rot="2700000">
            <a:off x="11438585" y="5665752"/>
            <a:ext cx="877778" cy="1755556"/>
          </a:xfrm>
          <a:custGeom>
            <a:avLst/>
            <a:gdLst>
              <a:gd name="connsiteX0" fmla="*/ 0 w 877778"/>
              <a:gd name="connsiteY0" fmla="*/ 0 h 1755556"/>
              <a:gd name="connsiteX1" fmla="*/ 877778 w 877778"/>
              <a:gd name="connsiteY1" fmla="*/ 877778 h 1755556"/>
              <a:gd name="connsiteX2" fmla="*/ 0 w 877778"/>
              <a:gd name="connsiteY2" fmla="*/ 1755556 h 1755556"/>
            </a:gdLst>
            <a:ahLst/>
            <a:cxnLst>
              <a:cxn ang="0">
                <a:pos x="connsiteX0" y="connsiteY0"/>
              </a:cxn>
              <a:cxn ang="0">
                <a:pos x="connsiteX1" y="connsiteY1"/>
              </a:cxn>
              <a:cxn ang="0">
                <a:pos x="connsiteX2" y="connsiteY2"/>
              </a:cxn>
            </a:cxnLst>
            <a:rect l="l" t="t" r="r" b="b"/>
            <a:pathLst>
              <a:path w="877778" h="1755556">
                <a:moveTo>
                  <a:pt x="0" y="0"/>
                </a:moveTo>
                <a:lnTo>
                  <a:pt x="877778" y="877778"/>
                </a:lnTo>
                <a:lnTo>
                  <a:pt x="0" y="1755556"/>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ru-RU" noProof="0"/>
          </a:p>
        </p:txBody>
      </p:sp>
      <p:sp>
        <p:nvSpPr>
          <p:cNvPr id="30" name="Полилиния: Фигура 29">
            <a:extLst>
              <a:ext uri="{FF2B5EF4-FFF2-40B4-BE49-F238E27FC236}">
                <a16:creationId xmlns:a16="http://schemas.microsoft.com/office/drawing/2014/main" id="{5D17048F-C2E1-4775-BC32-50BD6219F89D}"/>
              </a:ext>
            </a:extLst>
          </p:cNvPr>
          <p:cNvSpPr/>
          <p:nvPr userDrawn="1"/>
        </p:nvSpPr>
        <p:spPr>
          <a:xfrm rot="8100000" flipH="1">
            <a:off x="10582265" y="5841410"/>
            <a:ext cx="2372348" cy="1186174"/>
          </a:xfrm>
          <a:custGeom>
            <a:avLst/>
            <a:gdLst>
              <a:gd name="connsiteX0" fmla="*/ 2372348 w 2372348"/>
              <a:gd name="connsiteY0" fmla="*/ 1186174 h 1186174"/>
              <a:gd name="connsiteX1" fmla="*/ 1186174 w 2372348"/>
              <a:gd name="connsiteY1" fmla="*/ 0 h 1186174"/>
              <a:gd name="connsiteX2" fmla="*/ 0 w 2372348"/>
              <a:gd name="connsiteY2" fmla="*/ 1186174 h 1186174"/>
            </a:gdLst>
            <a:ahLst/>
            <a:cxnLst>
              <a:cxn ang="0">
                <a:pos x="connsiteX0" y="connsiteY0"/>
              </a:cxn>
              <a:cxn ang="0">
                <a:pos x="connsiteX1" y="connsiteY1"/>
              </a:cxn>
              <a:cxn ang="0">
                <a:pos x="connsiteX2" y="connsiteY2"/>
              </a:cxn>
            </a:cxnLst>
            <a:rect l="l" t="t" r="r" b="b"/>
            <a:pathLst>
              <a:path w="2372348" h="1186174">
                <a:moveTo>
                  <a:pt x="2372348" y="1186174"/>
                </a:moveTo>
                <a:lnTo>
                  <a:pt x="1186174" y="0"/>
                </a:lnTo>
                <a:lnTo>
                  <a:pt x="0" y="1186174"/>
                </a:lnTo>
                <a:close/>
              </a:path>
            </a:pathLst>
          </a:custGeom>
          <a:pattFill prst="wdUpDiag">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ru-RU" noProof="0"/>
          </a:p>
        </p:txBody>
      </p:sp>
      <p:grpSp>
        <p:nvGrpSpPr>
          <p:cNvPr id="31" name="Группа 30">
            <a:extLst>
              <a:ext uri="{FF2B5EF4-FFF2-40B4-BE49-F238E27FC236}">
                <a16:creationId xmlns:a16="http://schemas.microsoft.com/office/drawing/2014/main" id="{EAB002AA-4848-49C8-A834-036F860C79A3}"/>
              </a:ext>
            </a:extLst>
          </p:cNvPr>
          <p:cNvGrpSpPr/>
          <p:nvPr userDrawn="1"/>
        </p:nvGrpSpPr>
        <p:grpSpPr>
          <a:xfrm rot="16200000" flipH="1">
            <a:off x="9913705" y="6257994"/>
            <a:ext cx="1052473" cy="1209445"/>
            <a:chOff x="10800165" y="7142066"/>
            <a:chExt cx="2775293" cy="3189215"/>
          </a:xfrm>
        </p:grpSpPr>
        <p:sp>
          <p:nvSpPr>
            <p:cNvPr id="32" name="Полилиния: Фигура 31">
              <a:extLst>
                <a:ext uri="{FF2B5EF4-FFF2-40B4-BE49-F238E27FC236}">
                  <a16:creationId xmlns:a16="http://schemas.microsoft.com/office/drawing/2014/main" id="{14B187A8-7F8D-469D-A03B-4F835A5746DE}"/>
                </a:ext>
              </a:extLst>
            </p:cNvPr>
            <p:cNvSpPr/>
            <p:nvPr/>
          </p:nvSpPr>
          <p:spPr>
            <a:xfrm rot="2700000">
              <a:off x="10800166" y="7555988"/>
              <a:ext cx="2775292" cy="277529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33" name="Полилиния: Фигура 32">
              <a:extLst>
                <a:ext uri="{FF2B5EF4-FFF2-40B4-BE49-F238E27FC236}">
                  <a16:creationId xmlns:a16="http://schemas.microsoft.com/office/drawing/2014/main" id="{03D871D1-A11A-48FB-82A8-8D61AB5CB85C}"/>
                </a:ext>
              </a:extLst>
            </p:cNvPr>
            <p:cNvSpPr/>
            <p:nvPr/>
          </p:nvSpPr>
          <p:spPr>
            <a:xfrm rot="8100000" flipH="1">
              <a:off x="10811837" y="7142066"/>
              <a:ext cx="2751954" cy="2751955"/>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wdDnDiag">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grpSp>
      <p:sp>
        <p:nvSpPr>
          <p:cNvPr id="2" name="Заголовок 1">
            <a:extLst>
              <a:ext uri="{FF2B5EF4-FFF2-40B4-BE49-F238E27FC236}">
                <a16:creationId xmlns:a16="http://schemas.microsoft.com/office/drawing/2014/main" id="{42374B20-3E42-44AF-BEF1-8AB33067395C}"/>
              </a:ext>
            </a:extLst>
          </p:cNvPr>
          <p:cNvSpPr>
            <a:spLocks noGrp="1"/>
          </p:cNvSpPr>
          <p:nvPr>
            <p:ph type="title" hasCustomPrompt="1"/>
          </p:nvPr>
        </p:nvSpPr>
        <p:spPr>
          <a:xfrm>
            <a:off x="832104" y="3886200"/>
            <a:ext cx="7781544" cy="859055"/>
          </a:xfrm>
        </p:spPr>
        <p:txBody>
          <a:bodyPr vert="horz" lIns="91440" tIns="45720" rIns="91440" bIns="45720" rtlCol="0" anchor="b">
            <a:normAutofit/>
          </a:bodyPr>
          <a:lstStyle>
            <a:lvl1pPr>
              <a:defRPr lang="en-GB" sz="5400" b="1" dirty="0">
                <a:solidFill>
                  <a:schemeClr val="bg1"/>
                </a:solidFill>
                <a:latin typeface="+mj-lt"/>
              </a:defRPr>
            </a:lvl1pPr>
          </a:lstStyle>
          <a:p>
            <a:pPr lvl="0" rtl="0"/>
            <a:r>
              <a:rPr lang="ru-RU" noProof="0"/>
              <a:t>Заголовок раздела 01</a:t>
            </a:r>
          </a:p>
        </p:txBody>
      </p:sp>
      <p:sp>
        <p:nvSpPr>
          <p:cNvPr id="3" name="Текст 2">
            <a:extLst>
              <a:ext uri="{FF2B5EF4-FFF2-40B4-BE49-F238E27FC236}">
                <a16:creationId xmlns:a16="http://schemas.microsoft.com/office/drawing/2014/main" id="{5E194264-A3F5-42E2-9A63-DCCED0457E1B}"/>
              </a:ext>
            </a:extLst>
          </p:cNvPr>
          <p:cNvSpPr>
            <a:spLocks noGrp="1"/>
          </p:cNvSpPr>
          <p:nvPr>
            <p:ph type="body" idx="1"/>
          </p:nvPr>
        </p:nvSpPr>
        <p:spPr>
          <a:xfrm>
            <a:off x="831850" y="4754880"/>
            <a:ext cx="6803136" cy="365760"/>
          </a:xfrm>
        </p:spPr>
        <p:txBody>
          <a:bodyPr vert="horz" lIns="91440" tIns="45720" rIns="91440" bIns="45720" rtlCol="0">
            <a:normAutofit/>
          </a:bodyPr>
          <a:lstStyle>
            <a:lvl1pPr marL="0" indent="0">
              <a:buNone/>
              <a:defRPr lang="en-US" sz="1600" spc="300">
                <a:solidFill>
                  <a:schemeClr val="accent1">
                    <a:lumMod val="20000"/>
                    <a:lumOff val="80000"/>
                  </a:schemeClr>
                </a:solidFill>
                <a:latin typeface="+mn-lt"/>
                <a:cs typeface="Arial" panose="020B0604020202020204" pitchFamily="34" charset="0"/>
              </a:defRPr>
            </a:lvl1pPr>
          </a:lstStyle>
          <a:p>
            <a:pPr marL="228600" lvl="0" indent="-228600" rtl="0"/>
            <a:r>
              <a:rPr lang="ru-RU" noProof="0" smtClean="0"/>
              <a:t>Образец текста</a:t>
            </a:r>
          </a:p>
        </p:txBody>
      </p:sp>
      <p:sp>
        <p:nvSpPr>
          <p:cNvPr id="35" name="Номер слайда 4">
            <a:extLst>
              <a:ext uri="{FF2B5EF4-FFF2-40B4-BE49-F238E27FC236}">
                <a16:creationId xmlns:a16="http://schemas.microsoft.com/office/drawing/2014/main" id="{6F73F836-940E-4B65-A29C-D0869263C935}"/>
              </a:ext>
            </a:extLst>
          </p:cNvPr>
          <p:cNvSpPr>
            <a:spLocks noGrp="1"/>
          </p:cNvSpPr>
          <p:nvPr>
            <p:ph type="sldNum" sz="quarter" idx="12"/>
          </p:nvPr>
        </p:nvSpPr>
        <p:spPr>
          <a:xfrm>
            <a:off x="11252200" y="6315075"/>
            <a:ext cx="406400" cy="365125"/>
          </a:xfrm>
        </p:spPr>
        <p:txBody>
          <a:bodyPr rtlCol="0"/>
          <a:lstStyle>
            <a:lvl1pPr>
              <a:defRPr sz="1000">
                <a:solidFill>
                  <a:schemeClr val="bg1"/>
                </a:solidFill>
                <a:latin typeface="Trade Gothic LT Pro" panose="020B0503040303020004" pitchFamily="34" charset="0"/>
              </a:defRPr>
            </a:lvl1pPr>
          </a:lstStyle>
          <a:p>
            <a:pPr rtl="0"/>
            <a:fld id="{C263D6C4-4840-40CC-AC84-17E24B3B7BDE}" type="slidenum">
              <a:rPr lang="ru-RU" noProof="0" smtClean="0"/>
              <a:pPr/>
              <a:t>‹#›</a:t>
            </a:fld>
            <a:endParaRPr lang="ru-RU" noProof="0"/>
          </a:p>
        </p:txBody>
      </p:sp>
    </p:spTree>
    <p:extLst>
      <p:ext uri="{BB962C8B-B14F-4D97-AF65-F5344CB8AC3E}">
        <p14:creationId xmlns:p14="http://schemas.microsoft.com/office/powerpoint/2010/main" val="35114788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Слайд с цитатами">
    <p:spTree>
      <p:nvGrpSpPr>
        <p:cNvPr id="1" name=""/>
        <p:cNvGrpSpPr/>
        <p:nvPr/>
      </p:nvGrpSpPr>
      <p:grpSpPr>
        <a:xfrm>
          <a:off x="0" y="0"/>
          <a:ext cx="0" cy="0"/>
          <a:chOff x="0" y="0"/>
          <a:chExt cx="0" cy="0"/>
        </a:xfrm>
      </p:grpSpPr>
      <p:sp>
        <p:nvSpPr>
          <p:cNvPr id="22" name="Прямоугольник 21">
            <a:extLst>
              <a:ext uri="{FF2B5EF4-FFF2-40B4-BE49-F238E27FC236}">
                <a16:creationId xmlns:a16="http://schemas.microsoft.com/office/drawing/2014/main" id="{2CDBB6E5-B91E-4946-9390-E8693855103A}"/>
              </a:ext>
            </a:extLst>
          </p:cNvPr>
          <p:cNvSpPr/>
          <p:nvPr userDrawn="1"/>
        </p:nvSpPr>
        <p:spPr>
          <a:xfrm>
            <a:off x="0" y="0"/>
            <a:ext cx="12192000" cy="6858000"/>
          </a:xfrm>
          <a:prstGeom prst="rect">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34" name="Полилиния: Фигура 33">
            <a:extLst>
              <a:ext uri="{FF2B5EF4-FFF2-40B4-BE49-F238E27FC236}">
                <a16:creationId xmlns:a16="http://schemas.microsoft.com/office/drawing/2014/main" id="{0C3CC1C9-1FA0-4FE4-8984-4A8B3728D674}"/>
              </a:ext>
            </a:extLst>
          </p:cNvPr>
          <p:cNvSpPr/>
          <p:nvPr userDrawn="1"/>
        </p:nvSpPr>
        <p:spPr>
          <a:xfrm rot="16200000" flipV="1">
            <a:off x="2855762" y="-2473495"/>
            <a:ext cx="6862743" cy="11809733"/>
          </a:xfrm>
          <a:custGeom>
            <a:avLst/>
            <a:gdLst>
              <a:gd name="connsiteX0" fmla="*/ 6862743 w 6862743"/>
              <a:gd name="connsiteY0" fmla="*/ 11809733 h 11809733"/>
              <a:gd name="connsiteX1" fmla="*/ 6862743 w 6862743"/>
              <a:gd name="connsiteY1" fmla="*/ 7708334 h 11809733"/>
              <a:gd name="connsiteX2" fmla="*/ 4147292 w 6862743"/>
              <a:gd name="connsiteY2" fmla="*/ 7708334 h 11809733"/>
              <a:gd name="connsiteX3" fmla="*/ 4147292 w 6862743"/>
              <a:gd name="connsiteY3" fmla="*/ 7708332 h 11809733"/>
              <a:gd name="connsiteX4" fmla="*/ 6862743 w 6862743"/>
              <a:gd name="connsiteY4" fmla="*/ 7708332 h 11809733"/>
              <a:gd name="connsiteX5" fmla="*/ 4147291 w 6862743"/>
              <a:gd name="connsiteY5" fmla="*/ 4987262 h 11809733"/>
              <a:gd name="connsiteX6" fmla="*/ 4147291 w 6862743"/>
              <a:gd name="connsiteY6" fmla="*/ 3835308 h 11809733"/>
              <a:gd name="connsiteX7" fmla="*/ 307017 w 6862743"/>
              <a:gd name="connsiteY7" fmla="*/ 0 h 11809733"/>
              <a:gd name="connsiteX8" fmla="*/ 0 w 6862743"/>
              <a:gd name="connsiteY8" fmla="*/ 0 h 11809733"/>
              <a:gd name="connsiteX9" fmla="*/ 0 w 6862743"/>
              <a:gd name="connsiteY9" fmla="*/ 11809733 h 11809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3" h="11809733">
                <a:moveTo>
                  <a:pt x="6862743" y="11809733"/>
                </a:moveTo>
                <a:lnTo>
                  <a:pt x="6862743" y="7708334"/>
                </a:lnTo>
                <a:lnTo>
                  <a:pt x="4147292" y="7708334"/>
                </a:lnTo>
                <a:lnTo>
                  <a:pt x="4147292" y="7708332"/>
                </a:lnTo>
                <a:lnTo>
                  <a:pt x="6862743" y="7708332"/>
                </a:lnTo>
                <a:lnTo>
                  <a:pt x="4147291" y="4987262"/>
                </a:lnTo>
                <a:lnTo>
                  <a:pt x="4147291" y="3835308"/>
                </a:lnTo>
                <a:lnTo>
                  <a:pt x="307017" y="0"/>
                </a:lnTo>
                <a:lnTo>
                  <a:pt x="0" y="0"/>
                </a:lnTo>
                <a:lnTo>
                  <a:pt x="0" y="11809733"/>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ru-RU" noProof="0"/>
          </a:p>
        </p:txBody>
      </p:sp>
      <p:sp>
        <p:nvSpPr>
          <p:cNvPr id="24" name="Полилиния: Фигура 23">
            <a:extLst>
              <a:ext uri="{FF2B5EF4-FFF2-40B4-BE49-F238E27FC236}">
                <a16:creationId xmlns:a16="http://schemas.microsoft.com/office/drawing/2014/main" id="{8E049265-431E-48DE-B7F7-4959930171DC}"/>
              </a:ext>
            </a:extLst>
          </p:cNvPr>
          <p:cNvSpPr/>
          <p:nvPr userDrawn="1"/>
        </p:nvSpPr>
        <p:spPr>
          <a:xfrm rot="16200000" flipV="1">
            <a:off x="2626806" y="-2626805"/>
            <a:ext cx="6862743" cy="12116353"/>
          </a:xfrm>
          <a:custGeom>
            <a:avLst/>
            <a:gdLst>
              <a:gd name="connsiteX0" fmla="*/ 6853871 w 6853871"/>
              <a:gd name="connsiteY0" fmla="*/ 12116353 h 12116353"/>
              <a:gd name="connsiteX1" fmla="*/ 6853871 w 6853871"/>
              <a:gd name="connsiteY1" fmla="*/ 8014954 h 12116353"/>
              <a:gd name="connsiteX2" fmla="*/ 4141930 w 6853871"/>
              <a:gd name="connsiteY2" fmla="*/ 8014954 h 12116353"/>
              <a:gd name="connsiteX3" fmla="*/ 4141930 w 6853871"/>
              <a:gd name="connsiteY3" fmla="*/ 8014952 h 12116353"/>
              <a:gd name="connsiteX4" fmla="*/ 6853871 w 6853871"/>
              <a:gd name="connsiteY4" fmla="*/ 8014952 h 12116353"/>
              <a:gd name="connsiteX5" fmla="*/ 4141930 w 6853871"/>
              <a:gd name="connsiteY5" fmla="*/ 5293882 h 12116353"/>
              <a:gd name="connsiteX6" fmla="*/ 4141930 w 6853871"/>
              <a:gd name="connsiteY6" fmla="*/ 4141928 h 12116353"/>
              <a:gd name="connsiteX7" fmla="*/ 0 w 6853871"/>
              <a:gd name="connsiteY7" fmla="*/ 0 h 12116353"/>
              <a:gd name="connsiteX8" fmla="*/ 0 w 6853871"/>
              <a:gd name="connsiteY8" fmla="*/ 12116353 h 121163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853871" h="12116353">
                <a:moveTo>
                  <a:pt x="6853871" y="12116353"/>
                </a:moveTo>
                <a:lnTo>
                  <a:pt x="6853871" y="8014954"/>
                </a:lnTo>
                <a:lnTo>
                  <a:pt x="4141930" y="8014954"/>
                </a:lnTo>
                <a:lnTo>
                  <a:pt x="4141930" y="8014952"/>
                </a:lnTo>
                <a:lnTo>
                  <a:pt x="6853871" y="8014952"/>
                </a:lnTo>
                <a:lnTo>
                  <a:pt x="4141930" y="5293882"/>
                </a:lnTo>
                <a:lnTo>
                  <a:pt x="4141930" y="4141928"/>
                </a:lnTo>
                <a:lnTo>
                  <a:pt x="0" y="0"/>
                </a:lnTo>
                <a:lnTo>
                  <a:pt x="0" y="12116353"/>
                </a:lnTo>
                <a:close/>
              </a:path>
            </a:pathLst>
          </a:custGeom>
          <a:pattFill prst="wdUpDiag">
            <a:fgClr>
              <a:schemeClr val="accent2"/>
            </a:fgClr>
            <a:bgClr>
              <a:schemeClr val="accent1"/>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25" name="Полилиния: Фигура 24">
            <a:extLst>
              <a:ext uri="{FF2B5EF4-FFF2-40B4-BE49-F238E27FC236}">
                <a16:creationId xmlns:a16="http://schemas.microsoft.com/office/drawing/2014/main" id="{173E5F2D-1F8E-4DCC-857F-932C6C6539BB}"/>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4" name="Овал 3">
            <a:extLst>
              <a:ext uri="{FF2B5EF4-FFF2-40B4-BE49-F238E27FC236}">
                <a16:creationId xmlns:a16="http://schemas.microsoft.com/office/drawing/2014/main" id="{ECB4C115-EFF9-405C-98BE-F4077B9730D0}"/>
              </a:ext>
            </a:extLst>
          </p:cNvPr>
          <p:cNvSpPr/>
          <p:nvPr userDrawn="1"/>
        </p:nvSpPr>
        <p:spPr>
          <a:xfrm>
            <a:off x="533399" y="914400"/>
            <a:ext cx="1944914" cy="1944914"/>
          </a:xfrm>
          <a:prstGeom prst="ellipse">
            <a:avLst/>
          </a:prstGeom>
          <a:solidFill>
            <a:schemeClr val="accent1">
              <a:lumMod val="50000"/>
            </a:schemeClr>
          </a:solidFill>
          <a:ln w="76200">
            <a:solidFill>
              <a:schemeClr val="accent1">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18" name="Заголовок 1">
            <a:extLst>
              <a:ext uri="{FF2B5EF4-FFF2-40B4-BE49-F238E27FC236}">
                <a16:creationId xmlns:a16="http://schemas.microsoft.com/office/drawing/2014/main" id="{C9A300DD-BB54-44ED-A7E4-01CD41EC930F}"/>
              </a:ext>
            </a:extLst>
          </p:cNvPr>
          <p:cNvSpPr txBox="1">
            <a:spLocks/>
          </p:cNvSpPr>
          <p:nvPr userDrawn="1"/>
        </p:nvSpPr>
        <p:spPr>
          <a:xfrm>
            <a:off x="956993" y="923305"/>
            <a:ext cx="1005115" cy="2859313"/>
          </a:xfrm>
          <a:prstGeom prst="rect">
            <a:avLst/>
          </a:prstGeom>
        </p:spPr>
        <p:txBody>
          <a:bodyPr vert="horz" lIns="91440" tIns="45720" rIns="91440" bIns="45720" rtlCol="0" anchor="t">
            <a:noAutofit/>
          </a:bodyPr>
          <a:lstStyle>
            <a:lvl1pPr algn="l" defTabSz="914400" rtl="0" eaLnBrk="1" latinLnBrk="0" hangingPunct="1">
              <a:lnSpc>
                <a:spcPct val="100000"/>
              </a:lnSpc>
              <a:spcBef>
                <a:spcPct val="0"/>
              </a:spcBef>
              <a:buNone/>
              <a:defRPr lang="en-GB" sz="3600" b="0" i="0" kern="1200" dirty="0">
                <a:solidFill>
                  <a:schemeClr val="bg1"/>
                </a:solidFill>
                <a:latin typeface="Trebuchet MS" panose="020B0603020202020204" pitchFamily="34" charset="0"/>
                <a:ea typeface="+mj-ea"/>
                <a:cs typeface="+mj-cs"/>
              </a:defRPr>
            </a:lvl1pPr>
          </a:lstStyle>
          <a:p>
            <a:pPr algn="ctr" rtl="0"/>
            <a:r>
              <a:rPr lang="ru-RU" sz="18400" noProof="0">
                <a:solidFill>
                  <a:schemeClr val="accent1">
                    <a:lumMod val="60000"/>
                    <a:lumOff val="40000"/>
                  </a:schemeClr>
                </a:solidFill>
                <a:latin typeface="+mj-lt"/>
              </a:rPr>
              <a:t>"</a:t>
            </a:r>
          </a:p>
        </p:txBody>
      </p:sp>
      <p:sp>
        <p:nvSpPr>
          <p:cNvPr id="2" name="Заголовок 1">
            <a:extLst>
              <a:ext uri="{FF2B5EF4-FFF2-40B4-BE49-F238E27FC236}">
                <a16:creationId xmlns:a16="http://schemas.microsoft.com/office/drawing/2014/main" id="{42374B20-3E42-44AF-BEF1-8AB33067395C}"/>
              </a:ext>
            </a:extLst>
          </p:cNvPr>
          <p:cNvSpPr>
            <a:spLocks noGrp="1"/>
          </p:cNvSpPr>
          <p:nvPr>
            <p:ph type="title" hasCustomPrompt="1"/>
          </p:nvPr>
        </p:nvSpPr>
        <p:spPr>
          <a:xfrm>
            <a:off x="533399" y="3200400"/>
            <a:ext cx="7551057" cy="2859313"/>
          </a:xfrm>
        </p:spPr>
        <p:txBody>
          <a:bodyPr vert="horz" lIns="91440" tIns="45720" rIns="91440" bIns="45720" rtlCol="0" anchor="t">
            <a:normAutofit/>
          </a:bodyPr>
          <a:lstStyle>
            <a:lvl1pPr>
              <a:lnSpc>
                <a:spcPct val="100000"/>
              </a:lnSpc>
              <a:defRPr lang="en-GB" sz="3200" b="0" i="0" dirty="0">
                <a:solidFill>
                  <a:schemeClr val="bg1"/>
                </a:solidFill>
                <a:latin typeface="+mj-lt"/>
              </a:defRPr>
            </a:lvl1pPr>
          </a:lstStyle>
          <a:p>
            <a:pPr lvl="0" rtl="0"/>
            <a:r>
              <a:rPr lang="ru-RU" noProof="0"/>
              <a:t>Цитата</a:t>
            </a:r>
          </a:p>
        </p:txBody>
      </p:sp>
      <p:sp>
        <p:nvSpPr>
          <p:cNvPr id="19" name="Номер слайда 4">
            <a:extLst>
              <a:ext uri="{FF2B5EF4-FFF2-40B4-BE49-F238E27FC236}">
                <a16:creationId xmlns:a16="http://schemas.microsoft.com/office/drawing/2014/main" id="{A4E6C1FF-5925-42B3-B7F9-0A0031BDAD30}"/>
              </a:ext>
            </a:extLst>
          </p:cNvPr>
          <p:cNvSpPr>
            <a:spLocks noGrp="1"/>
          </p:cNvSpPr>
          <p:nvPr>
            <p:ph type="sldNum" sz="quarter" idx="12"/>
          </p:nvPr>
        </p:nvSpPr>
        <p:spPr>
          <a:xfrm>
            <a:off x="11252200" y="6315075"/>
            <a:ext cx="406400" cy="365125"/>
          </a:xfrm>
        </p:spPr>
        <p:txBody>
          <a:bodyPr rtlCol="0"/>
          <a:lstStyle>
            <a:lvl1pPr>
              <a:defRPr sz="1000">
                <a:solidFill>
                  <a:schemeClr val="bg1"/>
                </a:solidFill>
                <a:latin typeface="Trade Gothic LT Pro" panose="020B0503040303020004" pitchFamily="34" charset="0"/>
              </a:defRPr>
            </a:lvl1pPr>
          </a:lstStyle>
          <a:p>
            <a:pPr rtl="0"/>
            <a:fld id="{C263D6C4-4840-40CC-AC84-17E24B3B7BDE}" type="slidenum">
              <a:rPr lang="ru-RU" noProof="0" smtClean="0"/>
              <a:pPr/>
              <a:t>‹#›</a:t>
            </a:fld>
            <a:endParaRPr lang="ru-RU" noProof="0"/>
          </a:p>
        </p:txBody>
      </p:sp>
    </p:spTree>
    <p:extLst>
      <p:ext uri="{BB962C8B-B14F-4D97-AF65-F5344CB8AC3E}">
        <p14:creationId xmlns:p14="http://schemas.microsoft.com/office/powerpoint/2010/main" val="17531698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Заголовок + текст">
    <p:bg>
      <p:bgPr>
        <a:solidFill>
          <a:schemeClr val="accent2"/>
        </a:solidFill>
        <a:effectLst/>
      </p:bgPr>
    </p:bg>
    <p:spTree>
      <p:nvGrpSpPr>
        <p:cNvPr id="1" name=""/>
        <p:cNvGrpSpPr/>
        <p:nvPr/>
      </p:nvGrpSpPr>
      <p:grpSpPr>
        <a:xfrm>
          <a:off x="0" y="0"/>
          <a:ext cx="0" cy="0"/>
          <a:chOff x="0" y="0"/>
          <a:chExt cx="0" cy="0"/>
        </a:xfrm>
      </p:grpSpPr>
      <p:sp>
        <p:nvSpPr>
          <p:cNvPr id="11" name="Прямоугольник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10" name="Полилиния: Фигура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ru-RU" noProof="0"/>
          </a:p>
        </p:txBody>
      </p:sp>
      <p:sp>
        <p:nvSpPr>
          <p:cNvPr id="8" name="Полилиния: Фигура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2" name="Заголовок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rtl="0"/>
            <a:r>
              <a:rPr lang="ru-RU" noProof="0" smtClean="0"/>
              <a:t>Образец заголовка</a:t>
            </a:r>
            <a:endParaRPr lang="ru-RU" noProof="0"/>
          </a:p>
        </p:txBody>
      </p:sp>
      <p:sp>
        <p:nvSpPr>
          <p:cNvPr id="5" name="Номер слайда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rtlCol="0"/>
          <a:lstStyle>
            <a:lvl1pPr>
              <a:defRPr sz="1000">
                <a:solidFill>
                  <a:schemeClr val="bg1"/>
                </a:solidFill>
                <a:latin typeface="Trade Gothic LT Pro" panose="020B0503040303020004" pitchFamily="34" charset="0"/>
              </a:defRPr>
            </a:lvl1pPr>
          </a:lstStyle>
          <a:p>
            <a:pPr rtl="0"/>
            <a:fld id="{C263D6C4-4840-40CC-AC84-17E24B3B7BDE}" type="slidenum">
              <a:rPr lang="ru-RU" noProof="0" smtClean="0"/>
              <a:pPr/>
              <a:t>‹#›</a:t>
            </a:fld>
            <a:endParaRPr lang="ru-RU" noProof="0"/>
          </a:p>
        </p:txBody>
      </p:sp>
      <p:grpSp>
        <p:nvGrpSpPr>
          <p:cNvPr id="15" name="Группа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Полилиния: Фигура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17" name="Полилиния: Фигура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grpSp>
      <p:sp>
        <p:nvSpPr>
          <p:cNvPr id="23" name="Текст 22">
            <a:extLst>
              <a:ext uri="{FF2B5EF4-FFF2-40B4-BE49-F238E27FC236}">
                <a16:creationId xmlns:a16="http://schemas.microsoft.com/office/drawing/2014/main" id="{03618670-D1E4-466C-BDB5-FC890AC31457}"/>
              </a:ext>
            </a:extLst>
          </p:cNvPr>
          <p:cNvSpPr>
            <a:spLocks noGrp="1"/>
          </p:cNvSpPr>
          <p:nvPr>
            <p:ph type="body" sz="quarter" idx="13"/>
          </p:nvPr>
        </p:nvSpPr>
        <p:spPr>
          <a:xfrm>
            <a:off x="444500" y="1625385"/>
            <a:ext cx="6718300" cy="4093243"/>
          </a:xfrm>
        </p:spPr>
        <p:txBody>
          <a:bodyPr rtlCol="0">
            <a:noAutofit/>
          </a:bodyPr>
          <a:lstStyle>
            <a:lvl1pPr>
              <a:lnSpc>
                <a:spcPct val="100000"/>
              </a:lnSpc>
              <a:spcBef>
                <a:spcPts val="600"/>
              </a:spcBef>
              <a:spcAft>
                <a:spcPts val="400"/>
              </a:spcAft>
              <a:defRPr sz="1600">
                <a:solidFill>
                  <a:schemeClr val="bg1"/>
                </a:solidFill>
                <a:latin typeface="+mn-lt"/>
                <a:cs typeface="Arial" panose="020B0604020202020204" pitchFamily="34" charset="0"/>
              </a:defRPr>
            </a:lvl1pPr>
            <a:lvl2pPr>
              <a:lnSpc>
                <a:spcPct val="100000"/>
              </a:lnSpc>
              <a:spcBef>
                <a:spcPts val="600"/>
              </a:spcBef>
              <a:spcAft>
                <a:spcPts val="400"/>
              </a:spcAft>
              <a:defRPr sz="1400">
                <a:solidFill>
                  <a:schemeClr val="bg1"/>
                </a:solidFill>
                <a:latin typeface="+mn-lt"/>
                <a:cs typeface="Arial" panose="020B0604020202020204" pitchFamily="34" charset="0"/>
              </a:defRPr>
            </a:lvl2pPr>
            <a:lvl3pPr>
              <a:lnSpc>
                <a:spcPct val="100000"/>
              </a:lnSpc>
              <a:spcBef>
                <a:spcPts val="600"/>
              </a:spcBef>
              <a:spcAft>
                <a:spcPts val="400"/>
              </a:spcAft>
              <a:defRPr sz="1200">
                <a:solidFill>
                  <a:schemeClr val="bg1"/>
                </a:solidFill>
                <a:latin typeface="+mn-lt"/>
                <a:cs typeface="Arial" panose="020B0604020202020204" pitchFamily="34" charset="0"/>
              </a:defRPr>
            </a:lvl3pPr>
            <a:lvl4pPr>
              <a:defRPr sz="1400">
                <a:solidFill>
                  <a:schemeClr val="bg1"/>
                </a:solidFill>
                <a:latin typeface="Arial" panose="020B0604020202020204" pitchFamily="34" charset="0"/>
                <a:cs typeface="Arial" panose="020B0604020202020204" pitchFamily="34" charset="0"/>
              </a:defRPr>
            </a:lvl4pPr>
            <a:lvl5pPr>
              <a:defRPr sz="1400">
                <a:solidFill>
                  <a:schemeClr val="bg1"/>
                </a:solidFill>
                <a:latin typeface="Arial" panose="020B0604020202020204" pitchFamily="34" charset="0"/>
                <a:cs typeface="Arial" panose="020B0604020202020204" pitchFamily="34" charset="0"/>
              </a:defRPr>
            </a:lvl5pPr>
          </a:lstStyle>
          <a:p>
            <a:pPr lvl="0" rtl="0"/>
            <a:r>
              <a:rPr lang="ru-RU" noProof="0" smtClean="0"/>
              <a:t>Образец текста</a:t>
            </a:r>
          </a:p>
          <a:p>
            <a:pPr lvl="1" rtl="0"/>
            <a:r>
              <a:rPr lang="ru-RU" noProof="0" smtClean="0"/>
              <a:t>Второй уровень</a:t>
            </a:r>
          </a:p>
          <a:p>
            <a:pPr lvl="2" rtl="0"/>
            <a:r>
              <a:rPr lang="ru-RU" noProof="0" smtClean="0"/>
              <a:t>Третий уровень</a:t>
            </a:r>
          </a:p>
        </p:txBody>
      </p:sp>
    </p:spTree>
    <p:extLst>
      <p:ext uri="{BB962C8B-B14F-4D97-AF65-F5344CB8AC3E}">
        <p14:creationId xmlns:p14="http://schemas.microsoft.com/office/powerpoint/2010/main" val="2745748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Только заголовок">
    <p:bg>
      <p:bgPr>
        <a:solidFill>
          <a:schemeClr val="accent2"/>
        </a:solidFill>
        <a:effectLst/>
      </p:bgPr>
    </p:bg>
    <p:spTree>
      <p:nvGrpSpPr>
        <p:cNvPr id="1" name=""/>
        <p:cNvGrpSpPr/>
        <p:nvPr/>
      </p:nvGrpSpPr>
      <p:grpSpPr>
        <a:xfrm>
          <a:off x="0" y="0"/>
          <a:ext cx="0" cy="0"/>
          <a:chOff x="0" y="0"/>
          <a:chExt cx="0" cy="0"/>
        </a:xfrm>
      </p:grpSpPr>
      <p:sp>
        <p:nvSpPr>
          <p:cNvPr id="11" name="Прямоугольник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10" name="Полилиния: Фигура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ru-RU" noProof="0"/>
          </a:p>
        </p:txBody>
      </p:sp>
      <p:sp>
        <p:nvSpPr>
          <p:cNvPr id="18" name="Полилиния: Фигура 17">
            <a:extLst>
              <a:ext uri="{FF2B5EF4-FFF2-40B4-BE49-F238E27FC236}">
                <a16:creationId xmlns:a16="http://schemas.microsoft.com/office/drawing/2014/main" id="{E37145E9-AC61-47D5-9288-8789940F81B6}"/>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ru-RU" noProof="0"/>
          </a:p>
        </p:txBody>
      </p:sp>
      <p:sp>
        <p:nvSpPr>
          <p:cNvPr id="12" name="Полилиния: фигура 11">
            <a:extLst>
              <a:ext uri="{FF2B5EF4-FFF2-40B4-BE49-F238E27FC236}">
                <a16:creationId xmlns:a16="http://schemas.microsoft.com/office/drawing/2014/main" id="{A5E2B3ED-9A49-40A7-B8A3-62595FE513F9}"/>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8" name="Полилиния: Фигура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2" name="Заголовок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rtl="0"/>
            <a:r>
              <a:rPr lang="ru-RU" noProof="0" smtClean="0"/>
              <a:t>Образец заголовка</a:t>
            </a:r>
            <a:endParaRPr lang="ru-RU" noProof="0"/>
          </a:p>
        </p:txBody>
      </p:sp>
      <p:grpSp>
        <p:nvGrpSpPr>
          <p:cNvPr id="15" name="Группа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Полилиния: Фигура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17" name="Полилиния: Фигура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grpSp>
      <p:grpSp>
        <p:nvGrpSpPr>
          <p:cNvPr id="6" name="Группа 5">
            <a:extLst>
              <a:ext uri="{FF2B5EF4-FFF2-40B4-BE49-F238E27FC236}">
                <a16:creationId xmlns:a16="http://schemas.microsoft.com/office/drawing/2014/main" id="{D9EBF8BB-A805-4DDB-B459-082F99815B95}"/>
              </a:ext>
            </a:extLst>
          </p:cNvPr>
          <p:cNvGrpSpPr/>
          <p:nvPr userDrawn="1"/>
        </p:nvGrpSpPr>
        <p:grpSpPr>
          <a:xfrm>
            <a:off x="-1" y="1357409"/>
            <a:ext cx="12192001" cy="4846320"/>
            <a:chOff x="-1" y="1357409"/>
            <a:chExt cx="12192001" cy="4917518"/>
          </a:xfrm>
        </p:grpSpPr>
        <p:sp>
          <p:nvSpPr>
            <p:cNvPr id="19" name="Прямоугольник: Усеченный угол 18">
              <a:extLst>
                <a:ext uri="{FF2B5EF4-FFF2-40B4-BE49-F238E27FC236}">
                  <a16:creationId xmlns:a16="http://schemas.microsoft.com/office/drawing/2014/main" id="{5D638788-DD47-45E7-939A-FA108A818173}"/>
                </a:ext>
              </a:extLst>
            </p:cNvPr>
            <p:cNvSpPr/>
            <p:nvPr userDrawn="1"/>
          </p:nvSpPr>
          <p:spPr>
            <a:xfrm flipV="1">
              <a:off x="-1" y="1357409"/>
              <a:ext cx="12192000" cy="4917518"/>
            </a:xfrm>
            <a:prstGeom prst="snip1Rect">
              <a:avLst>
                <a:gd name="adj" fmla="val 0"/>
              </a:avLst>
            </a:prstGeom>
            <a:pattFill prst="dkVert">
              <a:fgClr>
                <a:srgbClr val="0C4360"/>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rtl="0"/>
              <a:endParaRPr lang="ru-RU" noProof="0"/>
            </a:p>
          </p:txBody>
        </p:sp>
        <p:sp>
          <p:nvSpPr>
            <p:cNvPr id="3" name="Прямоугольник: Усеченный угол 2">
              <a:extLst>
                <a:ext uri="{FF2B5EF4-FFF2-40B4-BE49-F238E27FC236}">
                  <a16:creationId xmlns:a16="http://schemas.microsoft.com/office/drawing/2014/main" id="{74BDECEF-EEFE-4332-B3B2-BDE4F82C10FC}"/>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grpSp>
      <p:sp>
        <p:nvSpPr>
          <p:cNvPr id="24" name="Полилиния: Фигура 23">
            <a:extLst>
              <a:ext uri="{FF2B5EF4-FFF2-40B4-BE49-F238E27FC236}">
                <a16:creationId xmlns:a16="http://schemas.microsoft.com/office/drawing/2014/main" id="{18103E00-7E4A-44CD-81AC-06433CAE1110}"/>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5" name="Номер слайда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rtlCol="0"/>
          <a:lstStyle>
            <a:lvl1pPr>
              <a:defRPr sz="1000">
                <a:solidFill>
                  <a:schemeClr val="bg1"/>
                </a:solidFill>
                <a:latin typeface="Trade Gothic LT Pro" panose="020B0503040303020004" pitchFamily="34" charset="0"/>
              </a:defRPr>
            </a:lvl1pPr>
          </a:lstStyle>
          <a:p>
            <a:pPr rtl="0"/>
            <a:fld id="{C263D6C4-4840-40CC-AC84-17E24B3B7BDE}" type="slidenum">
              <a:rPr lang="ru-RU" noProof="0" smtClean="0"/>
              <a:pPr/>
              <a:t>‹#›</a:t>
            </a:fld>
            <a:endParaRPr lang="ru-RU" noProof="0"/>
          </a:p>
        </p:txBody>
      </p:sp>
    </p:spTree>
    <p:extLst>
      <p:ext uri="{BB962C8B-B14F-4D97-AF65-F5344CB8AC3E}">
        <p14:creationId xmlns:p14="http://schemas.microsoft.com/office/powerpoint/2010/main" val="40737049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Заголовок и объект">
    <p:bg>
      <p:bgPr>
        <a:solidFill>
          <a:schemeClr val="accent2"/>
        </a:solidFill>
        <a:effectLst/>
      </p:bgPr>
    </p:bg>
    <p:spTree>
      <p:nvGrpSpPr>
        <p:cNvPr id="1" name=""/>
        <p:cNvGrpSpPr/>
        <p:nvPr/>
      </p:nvGrpSpPr>
      <p:grpSpPr>
        <a:xfrm>
          <a:off x="0" y="0"/>
          <a:ext cx="0" cy="0"/>
          <a:chOff x="0" y="0"/>
          <a:chExt cx="0" cy="0"/>
        </a:xfrm>
      </p:grpSpPr>
      <p:sp>
        <p:nvSpPr>
          <p:cNvPr id="11" name="Прямоугольник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10" name="Полилиния: Фигура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ru-RU" noProof="0"/>
          </a:p>
        </p:txBody>
      </p:sp>
      <p:sp>
        <p:nvSpPr>
          <p:cNvPr id="18" name="Полилиния: Фигура 17">
            <a:extLst>
              <a:ext uri="{FF2B5EF4-FFF2-40B4-BE49-F238E27FC236}">
                <a16:creationId xmlns:a16="http://schemas.microsoft.com/office/drawing/2014/main" id="{E37145E9-AC61-47D5-9288-8789940F81B6}"/>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ru-RU" noProof="0"/>
          </a:p>
        </p:txBody>
      </p:sp>
      <p:sp>
        <p:nvSpPr>
          <p:cNvPr id="12" name="Полилиния: фигура 11">
            <a:extLst>
              <a:ext uri="{FF2B5EF4-FFF2-40B4-BE49-F238E27FC236}">
                <a16:creationId xmlns:a16="http://schemas.microsoft.com/office/drawing/2014/main" id="{A5E2B3ED-9A49-40A7-B8A3-62595FE513F9}"/>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8" name="Полилиния: Фигура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2" name="Заголовок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rtl="0"/>
            <a:r>
              <a:rPr lang="ru-RU" noProof="0" smtClean="0"/>
              <a:t>Образец заголовка</a:t>
            </a:r>
            <a:endParaRPr lang="ru-RU" noProof="0"/>
          </a:p>
        </p:txBody>
      </p:sp>
      <p:grpSp>
        <p:nvGrpSpPr>
          <p:cNvPr id="15" name="Группа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Полилиния: Фигура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17" name="Полилиния: Фигура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grpSp>
      <p:grpSp>
        <p:nvGrpSpPr>
          <p:cNvPr id="6" name="Группа 5">
            <a:extLst>
              <a:ext uri="{FF2B5EF4-FFF2-40B4-BE49-F238E27FC236}">
                <a16:creationId xmlns:a16="http://schemas.microsoft.com/office/drawing/2014/main" id="{D9EBF8BB-A805-4DDB-B459-082F99815B95}"/>
              </a:ext>
            </a:extLst>
          </p:cNvPr>
          <p:cNvGrpSpPr/>
          <p:nvPr userDrawn="1"/>
        </p:nvGrpSpPr>
        <p:grpSpPr>
          <a:xfrm>
            <a:off x="-1" y="1357409"/>
            <a:ext cx="12192001" cy="4846320"/>
            <a:chOff x="-1" y="1357409"/>
            <a:chExt cx="12192001" cy="4917518"/>
          </a:xfrm>
        </p:grpSpPr>
        <p:sp>
          <p:nvSpPr>
            <p:cNvPr id="19" name="Прямоугольник: Усеченный угол 18">
              <a:extLst>
                <a:ext uri="{FF2B5EF4-FFF2-40B4-BE49-F238E27FC236}">
                  <a16:creationId xmlns:a16="http://schemas.microsoft.com/office/drawing/2014/main" id="{5D638788-DD47-45E7-939A-FA108A818173}"/>
                </a:ext>
              </a:extLst>
            </p:cNvPr>
            <p:cNvSpPr/>
            <p:nvPr userDrawn="1"/>
          </p:nvSpPr>
          <p:spPr>
            <a:xfrm flipV="1">
              <a:off x="-1" y="1357409"/>
              <a:ext cx="12192000" cy="4917518"/>
            </a:xfrm>
            <a:prstGeom prst="snip1Rect">
              <a:avLst>
                <a:gd name="adj" fmla="val 0"/>
              </a:avLst>
            </a:prstGeom>
            <a:pattFill prst="dkVert">
              <a:fgClr>
                <a:srgbClr val="0C4360"/>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rtl="0"/>
              <a:endParaRPr lang="ru-RU" noProof="0"/>
            </a:p>
          </p:txBody>
        </p:sp>
        <p:sp>
          <p:nvSpPr>
            <p:cNvPr id="3" name="Прямоугольник: Усеченный угол 2">
              <a:extLst>
                <a:ext uri="{FF2B5EF4-FFF2-40B4-BE49-F238E27FC236}">
                  <a16:creationId xmlns:a16="http://schemas.microsoft.com/office/drawing/2014/main" id="{74BDECEF-EEFE-4332-B3B2-BDE4F82C10FC}"/>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grpSp>
      <p:sp>
        <p:nvSpPr>
          <p:cNvPr id="24" name="Полилиния: Фигура 23">
            <a:extLst>
              <a:ext uri="{FF2B5EF4-FFF2-40B4-BE49-F238E27FC236}">
                <a16:creationId xmlns:a16="http://schemas.microsoft.com/office/drawing/2014/main" id="{18103E00-7E4A-44CD-81AC-06433CAE1110}"/>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5" name="Номер слайда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rtlCol="0"/>
          <a:lstStyle>
            <a:lvl1pPr>
              <a:defRPr sz="1000">
                <a:solidFill>
                  <a:schemeClr val="bg1"/>
                </a:solidFill>
                <a:latin typeface="Trade Gothic LT Pro" panose="020B0503040303020004" pitchFamily="34" charset="0"/>
              </a:defRPr>
            </a:lvl1pPr>
          </a:lstStyle>
          <a:p>
            <a:pPr rtl="0"/>
            <a:fld id="{C263D6C4-4840-40CC-AC84-17E24B3B7BDE}" type="slidenum">
              <a:rPr lang="ru-RU" noProof="0" smtClean="0"/>
              <a:pPr/>
              <a:t>‹#›</a:t>
            </a:fld>
            <a:endParaRPr lang="ru-RU" noProof="0"/>
          </a:p>
        </p:txBody>
      </p:sp>
      <p:sp>
        <p:nvSpPr>
          <p:cNvPr id="20" name="Объект 2">
            <a:extLst>
              <a:ext uri="{FF2B5EF4-FFF2-40B4-BE49-F238E27FC236}">
                <a16:creationId xmlns:a16="http://schemas.microsoft.com/office/drawing/2014/main" id="{0103A49C-32FF-49E6-86F3-FC2E19517BD5}"/>
              </a:ext>
            </a:extLst>
          </p:cNvPr>
          <p:cNvSpPr>
            <a:spLocks noGrp="1"/>
          </p:cNvSpPr>
          <p:nvPr>
            <p:ph idx="1"/>
          </p:nvPr>
        </p:nvSpPr>
        <p:spPr>
          <a:xfrm>
            <a:off x="443365" y="1825625"/>
            <a:ext cx="11215235" cy="4351338"/>
          </a:xfrm>
        </p:spPr>
        <p:txBody>
          <a:bodyPr rtlCol="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rtl="0"/>
            <a:r>
              <a:rPr lang="ru-RU" noProof="0" smtClean="0"/>
              <a:t>Образец текста</a:t>
            </a:r>
          </a:p>
          <a:p>
            <a:pPr lvl="1" rtl="0"/>
            <a:r>
              <a:rPr lang="ru-RU" noProof="0" smtClean="0"/>
              <a:t>Второй уровень</a:t>
            </a:r>
          </a:p>
          <a:p>
            <a:pPr lvl="2" rtl="0"/>
            <a:r>
              <a:rPr lang="ru-RU" noProof="0" smtClean="0"/>
              <a:t>Третий уровень</a:t>
            </a:r>
          </a:p>
          <a:p>
            <a:pPr lvl="3" rtl="0"/>
            <a:r>
              <a:rPr lang="ru-RU" noProof="0" smtClean="0"/>
              <a:t>Четвертый уровень</a:t>
            </a:r>
          </a:p>
          <a:p>
            <a:pPr lvl="4" rtl="0"/>
            <a:r>
              <a:rPr lang="ru-RU" noProof="0" smtClean="0"/>
              <a:t>Пятый уровень</a:t>
            </a:r>
            <a:endParaRPr lang="ru-RU" noProof="0"/>
          </a:p>
        </p:txBody>
      </p:sp>
    </p:spTree>
    <p:extLst>
      <p:ext uri="{BB962C8B-B14F-4D97-AF65-F5344CB8AC3E}">
        <p14:creationId xmlns:p14="http://schemas.microsoft.com/office/powerpoint/2010/main" val="26367082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Сравнение">
    <p:bg>
      <p:bgPr>
        <a:solidFill>
          <a:schemeClr val="accent2"/>
        </a:solidFill>
        <a:effectLst/>
      </p:bgPr>
    </p:bg>
    <p:spTree>
      <p:nvGrpSpPr>
        <p:cNvPr id="1" name=""/>
        <p:cNvGrpSpPr/>
        <p:nvPr/>
      </p:nvGrpSpPr>
      <p:grpSpPr>
        <a:xfrm>
          <a:off x="0" y="0"/>
          <a:ext cx="0" cy="0"/>
          <a:chOff x="0" y="0"/>
          <a:chExt cx="0" cy="0"/>
        </a:xfrm>
      </p:grpSpPr>
      <p:sp>
        <p:nvSpPr>
          <p:cNvPr id="11" name="Прямоугольник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10" name="Полилиния: Фигура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ru-RU" noProof="0"/>
          </a:p>
        </p:txBody>
      </p:sp>
      <p:sp>
        <p:nvSpPr>
          <p:cNvPr id="18" name="Полилиния: Фигура 17">
            <a:extLst>
              <a:ext uri="{FF2B5EF4-FFF2-40B4-BE49-F238E27FC236}">
                <a16:creationId xmlns:a16="http://schemas.microsoft.com/office/drawing/2014/main" id="{E37145E9-AC61-47D5-9288-8789940F81B6}"/>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ru-RU" noProof="0"/>
          </a:p>
        </p:txBody>
      </p:sp>
      <p:sp>
        <p:nvSpPr>
          <p:cNvPr id="12" name="Полилиния: фигура 11">
            <a:extLst>
              <a:ext uri="{FF2B5EF4-FFF2-40B4-BE49-F238E27FC236}">
                <a16:creationId xmlns:a16="http://schemas.microsoft.com/office/drawing/2014/main" id="{A5E2B3ED-9A49-40A7-B8A3-62595FE513F9}"/>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8" name="Полилиния: Фигура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2" name="Заголовок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rtl="0"/>
            <a:r>
              <a:rPr lang="ru-RU" noProof="0" smtClean="0"/>
              <a:t>Образец заголовка</a:t>
            </a:r>
            <a:endParaRPr lang="ru-RU" noProof="0"/>
          </a:p>
        </p:txBody>
      </p:sp>
      <p:grpSp>
        <p:nvGrpSpPr>
          <p:cNvPr id="15" name="Группа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Полилиния: Фигура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17" name="Полилиния: Фигура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grpSp>
      <p:grpSp>
        <p:nvGrpSpPr>
          <p:cNvPr id="6" name="Группа 5">
            <a:extLst>
              <a:ext uri="{FF2B5EF4-FFF2-40B4-BE49-F238E27FC236}">
                <a16:creationId xmlns:a16="http://schemas.microsoft.com/office/drawing/2014/main" id="{D9EBF8BB-A805-4DDB-B459-082F99815B95}"/>
              </a:ext>
            </a:extLst>
          </p:cNvPr>
          <p:cNvGrpSpPr/>
          <p:nvPr userDrawn="1"/>
        </p:nvGrpSpPr>
        <p:grpSpPr>
          <a:xfrm>
            <a:off x="-1" y="1357409"/>
            <a:ext cx="12192001" cy="4846320"/>
            <a:chOff x="-1" y="1357409"/>
            <a:chExt cx="12192001" cy="4917518"/>
          </a:xfrm>
        </p:grpSpPr>
        <p:sp>
          <p:nvSpPr>
            <p:cNvPr id="19" name="Прямоугольник: Усеченный угол 18">
              <a:extLst>
                <a:ext uri="{FF2B5EF4-FFF2-40B4-BE49-F238E27FC236}">
                  <a16:creationId xmlns:a16="http://schemas.microsoft.com/office/drawing/2014/main" id="{5D638788-DD47-45E7-939A-FA108A818173}"/>
                </a:ext>
              </a:extLst>
            </p:cNvPr>
            <p:cNvSpPr/>
            <p:nvPr userDrawn="1"/>
          </p:nvSpPr>
          <p:spPr>
            <a:xfrm flipV="1">
              <a:off x="-1" y="1357409"/>
              <a:ext cx="12192000" cy="4917518"/>
            </a:xfrm>
            <a:prstGeom prst="snip1Rect">
              <a:avLst>
                <a:gd name="adj" fmla="val 0"/>
              </a:avLst>
            </a:prstGeom>
            <a:pattFill prst="dkVert">
              <a:fgClr>
                <a:srgbClr val="0C4360"/>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rtl="0"/>
              <a:endParaRPr lang="ru-RU" noProof="0"/>
            </a:p>
          </p:txBody>
        </p:sp>
        <p:sp>
          <p:nvSpPr>
            <p:cNvPr id="3" name="Прямоугольник: Усеченный угол 2">
              <a:extLst>
                <a:ext uri="{FF2B5EF4-FFF2-40B4-BE49-F238E27FC236}">
                  <a16:creationId xmlns:a16="http://schemas.microsoft.com/office/drawing/2014/main" id="{74BDECEF-EEFE-4332-B3B2-BDE4F82C10FC}"/>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grpSp>
      <p:sp>
        <p:nvSpPr>
          <p:cNvPr id="24" name="Полилиния: Фигура 23">
            <a:extLst>
              <a:ext uri="{FF2B5EF4-FFF2-40B4-BE49-F238E27FC236}">
                <a16:creationId xmlns:a16="http://schemas.microsoft.com/office/drawing/2014/main" id="{18103E00-7E4A-44CD-81AC-06433CAE1110}"/>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5" name="Номер слайда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rtlCol="0"/>
          <a:lstStyle>
            <a:lvl1pPr>
              <a:defRPr sz="1000">
                <a:solidFill>
                  <a:schemeClr val="bg1"/>
                </a:solidFill>
                <a:latin typeface="Trade Gothic LT Pro" panose="020B0503040303020004" pitchFamily="34" charset="0"/>
              </a:defRPr>
            </a:lvl1pPr>
          </a:lstStyle>
          <a:p>
            <a:pPr rtl="0"/>
            <a:fld id="{C263D6C4-4840-40CC-AC84-17E24B3B7BDE}" type="slidenum">
              <a:rPr lang="ru-RU" noProof="0" smtClean="0"/>
              <a:pPr/>
              <a:t>‹#›</a:t>
            </a:fld>
            <a:endParaRPr lang="ru-RU" noProof="0"/>
          </a:p>
        </p:txBody>
      </p:sp>
      <p:sp>
        <p:nvSpPr>
          <p:cNvPr id="25" name="Текст 2">
            <a:extLst>
              <a:ext uri="{FF2B5EF4-FFF2-40B4-BE49-F238E27FC236}">
                <a16:creationId xmlns:a16="http://schemas.microsoft.com/office/drawing/2014/main" id="{7FA80A70-18DE-4DB9-9982-BA75BE54CF93}"/>
              </a:ext>
            </a:extLst>
          </p:cNvPr>
          <p:cNvSpPr>
            <a:spLocks noGrp="1"/>
          </p:cNvSpPr>
          <p:nvPr>
            <p:ph type="body" idx="1"/>
          </p:nvPr>
        </p:nvSpPr>
        <p:spPr>
          <a:xfrm>
            <a:off x="444500" y="1681163"/>
            <a:ext cx="5157787" cy="823912"/>
          </a:xfrm>
        </p:spPr>
        <p:txBody>
          <a:bodyPr rtlCol="0" anchor="t">
            <a:normAutofit/>
          </a:bodyPr>
          <a:lstStyle>
            <a:lvl1pPr marL="0" indent="0" algn="ctr">
              <a:buFont typeface="Arial" panose="020B0604020202020204" pitchFamily="34" charset="0"/>
              <a:buNone/>
              <a:defRPr sz="20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ru-RU" noProof="0" smtClean="0"/>
              <a:t>Образец текста</a:t>
            </a:r>
          </a:p>
        </p:txBody>
      </p:sp>
      <p:sp>
        <p:nvSpPr>
          <p:cNvPr id="26" name="Текст 4">
            <a:extLst>
              <a:ext uri="{FF2B5EF4-FFF2-40B4-BE49-F238E27FC236}">
                <a16:creationId xmlns:a16="http://schemas.microsoft.com/office/drawing/2014/main" id="{2801C0EF-C078-44B0-AD01-4850E9A65EE0}"/>
              </a:ext>
            </a:extLst>
          </p:cNvPr>
          <p:cNvSpPr>
            <a:spLocks noGrp="1"/>
          </p:cNvSpPr>
          <p:nvPr>
            <p:ph type="body" sz="quarter" idx="3"/>
          </p:nvPr>
        </p:nvSpPr>
        <p:spPr>
          <a:xfrm>
            <a:off x="6500812" y="1681163"/>
            <a:ext cx="5157788" cy="823912"/>
          </a:xfrm>
        </p:spPr>
        <p:txBody>
          <a:bodyPr rtlCol="0" anchor="t">
            <a:normAutofit/>
          </a:bodyPr>
          <a:lstStyle>
            <a:lvl1pPr marL="0" indent="0" algn="ctr">
              <a:buFont typeface="Arial" panose="020B0604020202020204" pitchFamily="34" charset="0"/>
              <a:buNone/>
              <a:defRPr sz="20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ru-RU" noProof="0" smtClean="0"/>
              <a:t>Образец текста</a:t>
            </a:r>
          </a:p>
        </p:txBody>
      </p:sp>
      <p:sp>
        <p:nvSpPr>
          <p:cNvPr id="27" name="Объект 3">
            <a:extLst>
              <a:ext uri="{FF2B5EF4-FFF2-40B4-BE49-F238E27FC236}">
                <a16:creationId xmlns:a16="http://schemas.microsoft.com/office/drawing/2014/main" id="{7C9DED91-45F6-4308-A085-1EFACA6468CF}"/>
              </a:ext>
            </a:extLst>
          </p:cNvPr>
          <p:cNvSpPr>
            <a:spLocks noGrp="1"/>
          </p:cNvSpPr>
          <p:nvPr>
            <p:ph sz="half" idx="2"/>
          </p:nvPr>
        </p:nvSpPr>
        <p:spPr>
          <a:xfrm>
            <a:off x="444500" y="2505075"/>
            <a:ext cx="5157787" cy="3684588"/>
          </a:xfrm>
        </p:spPr>
        <p:txBody>
          <a:bodyPr rtlCol="0">
            <a:normAutofit/>
          </a:bodyPr>
          <a:lstStyle>
            <a:lvl1pPr>
              <a:defRPr sz="1800">
                <a:solidFill>
                  <a:schemeClr val="bg1"/>
                </a:solidFill>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200">
                <a:solidFill>
                  <a:schemeClr val="bg1"/>
                </a:solidFill>
              </a:defRPr>
            </a:lvl5pPr>
          </a:lstStyle>
          <a:p>
            <a:pPr lvl="0" rtl="0"/>
            <a:r>
              <a:rPr lang="ru-RU" noProof="0" smtClean="0"/>
              <a:t>Образец текста</a:t>
            </a:r>
          </a:p>
          <a:p>
            <a:pPr lvl="1" rtl="0"/>
            <a:r>
              <a:rPr lang="ru-RU" noProof="0" smtClean="0"/>
              <a:t>Второй уровень</a:t>
            </a:r>
          </a:p>
          <a:p>
            <a:pPr lvl="2" rtl="0"/>
            <a:r>
              <a:rPr lang="ru-RU" noProof="0" smtClean="0"/>
              <a:t>Третий уровень</a:t>
            </a:r>
          </a:p>
          <a:p>
            <a:pPr lvl="3" rtl="0"/>
            <a:r>
              <a:rPr lang="ru-RU" noProof="0" smtClean="0"/>
              <a:t>Четвертый уровень</a:t>
            </a:r>
          </a:p>
          <a:p>
            <a:pPr lvl="4" rtl="0"/>
            <a:r>
              <a:rPr lang="ru-RU" noProof="0" smtClean="0"/>
              <a:t>Пятый уровень</a:t>
            </a:r>
            <a:endParaRPr lang="ru-RU" noProof="0"/>
          </a:p>
        </p:txBody>
      </p:sp>
      <p:sp>
        <p:nvSpPr>
          <p:cNvPr id="28" name="Объект 5">
            <a:extLst>
              <a:ext uri="{FF2B5EF4-FFF2-40B4-BE49-F238E27FC236}">
                <a16:creationId xmlns:a16="http://schemas.microsoft.com/office/drawing/2014/main" id="{0574B5E7-B666-439B-9278-67BE1EA6EBC5}"/>
              </a:ext>
            </a:extLst>
          </p:cNvPr>
          <p:cNvSpPr>
            <a:spLocks noGrp="1"/>
          </p:cNvSpPr>
          <p:nvPr>
            <p:ph sz="quarter" idx="4"/>
          </p:nvPr>
        </p:nvSpPr>
        <p:spPr>
          <a:xfrm>
            <a:off x="6475412" y="2505075"/>
            <a:ext cx="5183188" cy="3684588"/>
          </a:xfrm>
        </p:spPr>
        <p:txBody>
          <a:bodyPr rtlCol="0">
            <a:normAutofit/>
          </a:bodyPr>
          <a:lstStyle>
            <a:lvl1pPr>
              <a:defRPr sz="1800">
                <a:solidFill>
                  <a:schemeClr val="bg1"/>
                </a:solidFill>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200">
                <a:solidFill>
                  <a:schemeClr val="bg1"/>
                </a:solidFill>
              </a:defRPr>
            </a:lvl5pPr>
          </a:lstStyle>
          <a:p>
            <a:pPr lvl="0" rtl="0"/>
            <a:r>
              <a:rPr lang="ru-RU" noProof="0" smtClean="0"/>
              <a:t>Образец текста</a:t>
            </a:r>
          </a:p>
          <a:p>
            <a:pPr lvl="1" rtl="0"/>
            <a:r>
              <a:rPr lang="ru-RU" noProof="0" smtClean="0"/>
              <a:t>Второй уровень</a:t>
            </a:r>
          </a:p>
          <a:p>
            <a:pPr lvl="2" rtl="0"/>
            <a:r>
              <a:rPr lang="ru-RU" noProof="0" smtClean="0"/>
              <a:t>Третий уровень</a:t>
            </a:r>
          </a:p>
          <a:p>
            <a:pPr lvl="3" rtl="0"/>
            <a:r>
              <a:rPr lang="ru-RU" noProof="0" smtClean="0"/>
              <a:t>Четвертый уровень</a:t>
            </a:r>
          </a:p>
          <a:p>
            <a:pPr lvl="4" rtl="0"/>
            <a:r>
              <a:rPr lang="ru-RU" noProof="0" smtClean="0"/>
              <a:t>Пятый уровень</a:t>
            </a:r>
            <a:endParaRPr lang="ru-RU" noProof="0"/>
          </a:p>
        </p:txBody>
      </p:sp>
    </p:spTree>
    <p:extLst>
      <p:ext uri="{BB962C8B-B14F-4D97-AF65-F5344CB8AC3E}">
        <p14:creationId xmlns:p14="http://schemas.microsoft.com/office/powerpoint/2010/main" val="32191671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Два типа содержимого">
    <p:bg>
      <p:bgPr>
        <a:solidFill>
          <a:schemeClr val="accent2"/>
        </a:solidFill>
        <a:effectLst/>
      </p:bgPr>
    </p:bg>
    <p:spTree>
      <p:nvGrpSpPr>
        <p:cNvPr id="1" name=""/>
        <p:cNvGrpSpPr/>
        <p:nvPr/>
      </p:nvGrpSpPr>
      <p:grpSpPr>
        <a:xfrm>
          <a:off x="0" y="0"/>
          <a:ext cx="0" cy="0"/>
          <a:chOff x="0" y="0"/>
          <a:chExt cx="0" cy="0"/>
        </a:xfrm>
      </p:grpSpPr>
      <p:sp>
        <p:nvSpPr>
          <p:cNvPr id="11" name="Прямоугольник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10" name="Полилиния: Фигура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ru-RU" noProof="0"/>
          </a:p>
        </p:txBody>
      </p:sp>
      <p:sp>
        <p:nvSpPr>
          <p:cNvPr id="18" name="Полилиния: Фигура 17">
            <a:extLst>
              <a:ext uri="{FF2B5EF4-FFF2-40B4-BE49-F238E27FC236}">
                <a16:creationId xmlns:a16="http://schemas.microsoft.com/office/drawing/2014/main" id="{E37145E9-AC61-47D5-9288-8789940F81B6}"/>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ru-RU" noProof="0"/>
          </a:p>
        </p:txBody>
      </p:sp>
      <p:sp>
        <p:nvSpPr>
          <p:cNvPr id="12" name="Полилиния: фигура 11">
            <a:extLst>
              <a:ext uri="{FF2B5EF4-FFF2-40B4-BE49-F238E27FC236}">
                <a16:creationId xmlns:a16="http://schemas.microsoft.com/office/drawing/2014/main" id="{A5E2B3ED-9A49-40A7-B8A3-62595FE513F9}"/>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8" name="Полилиния: Фигура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2" name="Заголовок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rtl="0"/>
            <a:r>
              <a:rPr lang="ru-RU" noProof="0" smtClean="0"/>
              <a:t>Образец заголовка</a:t>
            </a:r>
            <a:endParaRPr lang="ru-RU" noProof="0"/>
          </a:p>
        </p:txBody>
      </p:sp>
      <p:grpSp>
        <p:nvGrpSpPr>
          <p:cNvPr id="15" name="Группа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Полилиния: Фигура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17" name="Полилиния: Фигура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grpSp>
      <p:grpSp>
        <p:nvGrpSpPr>
          <p:cNvPr id="6" name="Группа 5">
            <a:extLst>
              <a:ext uri="{FF2B5EF4-FFF2-40B4-BE49-F238E27FC236}">
                <a16:creationId xmlns:a16="http://schemas.microsoft.com/office/drawing/2014/main" id="{D9EBF8BB-A805-4DDB-B459-082F99815B95}"/>
              </a:ext>
            </a:extLst>
          </p:cNvPr>
          <p:cNvGrpSpPr/>
          <p:nvPr userDrawn="1"/>
        </p:nvGrpSpPr>
        <p:grpSpPr>
          <a:xfrm>
            <a:off x="-1" y="1357409"/>
            <a:ext cx="12192001" cy="4846320"/>
            <a:chOff x="-1" y="1357409"/>
            <a:chExt cx="12192001" cy="4917518"/>
          </a:xfrm>
        </p:grpSpPr>
        <p:sp>
          <p:nvSpPr>
            <p:cNvPr id="19" name="Прямоугольник: Усеченный угол 18">
              <a:extLst>
                <a:ext uri="{FF2B5EF4-FFF2-40B4-BE49-F238E27FC236}">
                  <a16:creationId xmlns:a16="http://schemas.microsoft.com/office/drawing/2014/main" id="{5D638788-DD47-45E7-939A-FA108A818173}"/>
                </a:ext>
              </a:extLst>
            </p:cNvPr>
            <p:cNvSpPr/>
            <p:nvPr userDrawn="1"/>
          </p:nvSpPr>
          <p:spPr>
            <a:xfrm flipV="1">
              <a:off x="-1" y="1357409"/>
              <a:ext cx="12192000" cy="4917518"/>
            </a:xfrm>
            <a:prstGeom prst="snip1Rect">
              <a:avLst>
                <a:gd name="adj" fmla="val 0"/>
              </a:avLst>
            </a:prstGeom>
            <a:pattFill prst="dkVert">
              <a:fgClr>
                <a:srgbClr val="0C4360"/>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rtl="0"/>
              <a:endParaRPr lang="ru-RU" noProof="0"/>
            </a:p>
          </p:txBody>
        </p:sp>
        <p:sp>
          <p:nvSpPr>
            <p:cNvPr id="3" name="Прямоугольник: Усеченный угол 2">
              <a:extLst>
                <a:ext uri="{FF2B5EF4-FFF2-40B4-BE49-F238E27FC236}">
                  <a16:creationId xmlns:a16="http://schemas.microsoft.com/office/drawing/2014/main" id="{74BDECEF-EEFE-4332-B3B2-BDE4F82C10FC}"/>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grpSp>
      <p:sp>
        <p:nvSpPr>
          <p:cNvPr id="24" name="Полилиния: Фигура 23">
            <a:extLst>
              <a:ext uri="{FF2B5EF4-FFF2-40B4-BE49-F238E27FC236}">
                <a16:creationId xmlns:a16="http://schemas.microsoft.com/office/drawing/2014/main" id="{18103E00-7E4A-44CD-81AC-06433CAE1110}"/>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5" name="Номер слайда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rtlCol="0"/>
          <a:lstStyle>
            <a:lvl1pPr>
              <a:defRPr sz="1000">
                <a:solidFill>
                  <a:schemeClr val="bg1"/>
                </a:solidFill>
                <a:latin typeface="Trade Gothic LT Pro" panose="020B0503040303020004" pitchFamily="34" charset="0"/>
              </a:defRPr>
            </a:lvl1pPr>
          </a:lstStyle>
          <a:p>
            <a:pPr rtl="0"/>
            <a:fld id="{C263D6C4-4840-40CC-AC84-17E24B3B7BDE}" type="slidenum">
              <a:rPr lang="ru-RU" noProof="0" smtClean="0"/>
              <a:pPr/>
              <a:t>‹#›</a:t>
            </a:fld>
            <a:endParaRPr lang="ru-RU" noProof="0"/>
          </a:p>
        </p:txBody>
      </p:sp>
      <p:sp>
        <p:nvSpPr>
          <p:cNvPr id="20" name="Объект 2">
            <a:extLst>
              <a:ext uri="{FF2B5EF4-FFF2-40B4-BE49-F238E27FC236}">
                <a16:creationId xmlns:a16="http://schemas.microsoft.com/office/drawing/2014/main" id="{FE796BFF-6E5F-4DE7-B193-F501FC094D63}"/>
              </a:ext>
            </a:extLst>
          </p:cNvPr>
          <p:cNvSpPr>
            <a:spLocks noGrp="1"/>
          </p:cNvSpPr>
          <p:nvPr>
            <p:ph sz="half" idx="1"/>
          </p:nvPr>
        </p:nvSpPr>
        <p:spPr>
          <a:xfrm>
            <a:off x="443365" y="1517715"/>
            <a:ext cx="5184437" cy="4659248"/>
          </a:xfrm>
        </p:spPr>
        <p:txBody>
          <a:bodyPr rtlCol="0">
            <a:normAutofit/>
          </a:bodyPr>
          <a:lstStyle>
            <a:lvl1pPr marL="457200" indent="-457200">
              <a:buFont typeface="Arial" panose="020B0604020202020204" pitchFamily="34" charset="0"/>
              <a:buChar char="•"/>
              <a:defRPr sz="2000">
                <a:solidFill>
                  <a:schemeClr val="bg1"/>
                </a:solidFill>
              </a:defRPr>
            </a:lvl1pPr>
            <a:lvl2pPr marL="800100" indent="-342900">
              <a:buFont typeface="Arial" panose="020B0604020202020204" pitchFamily="34" charset="0"/>
              <a:buChar char="•"/>
              <a:defRPr sz="1800">
                <a:solidFill>
                  <a:schemeClr val="bg1"/>
                </a:solidFill>
              </a:defRPr>
            </a:lvl2pPr>
            <a:lvl3pPr marL="1257300" indent="-342900">
              <a:buFont typeface="Arial" panose="020B0604020202020204" pitchFamily="34" charset="0"/>
              <a:buChar char="•"/>
              <a:defRPr sz="1600">
                <a:solidFill>
                  <a:schemeClr val="bg1"/>
                </a:solidFill>
              </a:defRPr>
            </a:lvl3pPr>
            <a:lvl4pPr marL="1657350" indent="-285750">
              <a:buFont typeface="Arial" panose="020B0604020202020204" pitchFamily="34" charset="0"/>
              <a:buChar char="•"/>
              <a:defRPr sz="1400">
                <a:solidFill>
                  <a:schemeClr val="bg1"/>
                </a:solidFill>
              </a:defRPr>
            </a:lvl4pPr>
            <a:lvl5pPr marL="2114550" indent="-285750">
              <a:buFont typeface="Arial" panose="020B0604020202020204" pitchFamily="34" charset="0"/>
              <a:buChar char="•"/>
              <a:defRPr sz="1400">
                <a:solidFill>
                  <a:schemeClr val="bg1"/>
                </a:solidFill>
              </a:defRPr>
            </a:lvl5pPr>
          </a:lstStyle>
          <a:p>
            <a:pPr lvl="0" rtl="0"/>
            <a:r>
              <a:rPr lang="ru-RU" noProof="0" smtClean="0"/>
              <a:t>Образец текста</a:t>
            </a:r>
          </a:p>
          <a:p>
            <a:pPr lvl="1" rtl="0"/>
            <a:r>
              <a:rPr lang="ru-RU" noProof="0" smtClean="0"/>
              <a:t>Второй уровень</a:t>
            </a:r>
          </a:p>
          <a:p>
            <a:pPr lvl="2" rtl="0"/>
            <a:r>
              <a:rPr lang="ru-RU" noProof="0" smtClean="0"/>
              <a:t>Третий уровень</a:t>
            </a:r>
          </a:p>
          <a:p>
            <a:pPr lvl="3" rtl="0"/>
            <a:r>
              <a:rPr lang="ru-RU" noProof="0" smtClean="0"/>
              <a:t>Четвертый уровень</a:t>
            </a:r>
          </a:p>
          <a:p>
            <a:pPr lvl="4" rtl="0"/>
            <a:r>
              <a:rPr lang="ru-RU" noProof="0" smtClean="0"/>
              <a:t>Пятый уровень</a:t>
            </a:r>
            <a:endParaRPr lang="ru-RU" noProof="0"/>
          </a:p>
        </p:txBody>
      </p:sp>
      <p:sp>
        <p:nvSpPr>
          <p:cNvPr id="21" name="Объект 3">
            <a:extLst>
              <a:ext uri="{FF2B5EF4-FFF2-40B4-BE49-F238E27FC236}">
                <a16:creationId xmlns:a16="http://schemas.microsoft.com/office/drawing/2014/main" id="{78622754-CA4D-4C27-A37F-B26E7B4C9CA2}"/>
              </a:ext>
            </a:extLst>
          </p:cNvPr>
          <p:cNvSpPr>
            <a:spLocks noGrp="1"/>
          </p:cNvSpPr>
          <p:nvPr>
            <p:ph sz="half" idx="2"/>
          </p:nvPr>
        </p:nvSpPr>
        <p:spPr>
          <a:xfrm>
            <a:off x="6474163" y="1517715"/>
            <a:ext cx="5184437" cy="4659248"/>
          </a:xfrm>
        </p:spPr>
        <p:txBody>
          <a:bodyPr rtlCol="0">
            <a:normAutofit/>
          </a:bodyPr>
          <a:lstStyle>
            <a:lvl1pPr>
              <a:defRPr sz="2000">
                <a:solidFill>
                  <a:schemeClr val="bg1"/>
                </a:solidFill>
              </a:defRPr>
            </a:lvl1pPr>
            <a:lvl2pPr>
              <a:defRPr sz="1800">
                <a:solidFill>
                  <a:schemeClr val="bg1"/>
                </a:solidFill>
              </a:defRPr>
            </a:lvl2pPr>
            <a:lvl3pPr>
              <a:defRPr sz="1600">
                <a:solidFill>
                  <a:schemeClr val="bg1"/>
                </a:solidFill>
              </a:defRPr>
            </a:lvl3pPr>
            <a:lvl4pPr>
              <a:defRPr sz="1400">
                <a:solidFill>
                  <a:schemeClr val="bg1"/>
                </a:solidFill>
              </a:defRPr>
            </a:lvl4pPr>
            <a:lvl5pPr>
              <a:defRPr sz="1400">
                <a:solidFill>
                  <a:schemeClr val="bg1"/>
                </a:solidFill>
              </a:defRPr>
            </a:lvl5pPr>
          </a:lstStyle>
          <a:p>
            <a:pPr lvl="0" rtl="0"/>
            <a:r>
              <a:rPr lang="ru-RU" noProof="0" smtClean="0"/>
              <a:t>Образец текста</a:t>
            </a:r>
          </a:p>
          <a:p>
            <a:pPr lvl="1" rtl="0"/>
            <a:r>
              <a:rPr lang="ru-RU" noProof="0" smtClean="0"/>
              <a:t>Второй уровень</a:t>
            </a:r>
          </a:p>
          <a:p>
            <a:pPr lvl="2" rtl="0"/>
            <a:r>
              <a:rPr lang="ru-RU" noProof="0" smtClean="0"/>
              <a:t>Третий уровень</a:t>
            </a:r>
          </a:p>
          <a:p>
            <a:pPr lvl="3" rtl="0"/>
            <a:r>
              <a:rPr lang="ru-RU" noProof="0" smtClean="0"/>
              <a:t>Четвертый уровень</a:t>
            </a:r>
          </a:p>
          <a:p>
            <a:pPr lvl="4" rtl="0"/>
            <a:r>
              <a:rPr lang="ru-RU" noProof="0" smtClean="0"/>
              <a:t>Пятый уровень</a:t>
            </a:r>
            <a:endParaRPr lang="ru-RU" noProof="0"/>
          </a:p>
        </p:txBody>
      </p:sp>
    </p:spTree>
    <p:extLst>
      <p:ext uri="{BB962C8B-B14F-4D97-AF65-F5344CB8AC3E}">
        <p14:creationId xmlns:p14="http://schemas.microsoft.com/office/powerpoint/2010/main" val="9995978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Категория 5">
    <p:bg>
      <p:bgPr>
        <a:solidFill>
          <a:schemeClr val="accent2"/>
        </a:solidFill>
        <a:effectLst/>
      </p:bgPr>
    </p:bg>
    <p:spTree>
      <p:nvGrpSpPr>
        <p:cNvPr id="1" name=""/>
        <p:cNvGrpSpPr/>
        <p:nvPr/>
      </p:nvGrpSpPr>
      <p:grpSpPr>
        <a:xfrm>
          <a:off x="0" y="0"/>
          <a:ext cx="0" cy="0"/>
          <a:chOff x="0" y="0"/>
          <a:chExt cx="0" cy="0"/>
        </a:xfrm>
      </p:grpSpPr>
      <p:sp>
        <p:nvSpPr>
          <p:cNvPr id="11" name="Прямоугольник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10" name="Полилиния: Фигура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ru-RU" noProof="0"/>
          </a:p>
        </p:txBody>
      </p:sp>
      <p:sp>
        <p:nvSpPr>
          <p:cNvPr id="18" name="Полилиния: Фигура 17">
            <a:extLst>
              <a:ext uri="{FF2B5EF4-FFF2-40B4-BE49-F238E27FC236}">
                <a16:creationId xmlns:a16="http://schemas.microsoft.com/office/drawing/2014/main" id="{E37145E9-AC61-47D5-9288-8789940F81B6}"/>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ru-RU" noProof="0"/>
          </a:p>
        </p:txBody>
      </p:sp>
      <p:sp>
        <p:nvSpPr>
          <p:cNvPr id="12" name="Полилиния: фигура 11">
            <a:extLst>
              <a:ext uri="{FF2B5EF4-FFF2-40B4-BE49-F238E27FC236}">
                <a16:creationId xmlns:a16="http://schemas.microsoft.com/office/drawing/2014/main" id="{A5E2B3ED-9A49-40A7-B8A3-62595FE513F9}"/>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8" name="Полилиния: Фигура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2" name="Заголовок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rtl="0"/>
            <a:r>
              <a:rPr lang="ru-RU" noProof="0" smtClean="0"/>
              <a:t>Образец заголовка</a:t>
            </a:r>
            <a:endParaRPr lang="ru-RU" noProof="0"/>
          </a:p>
        </p:txBody>
      </p:sp>
      <p:grpSp>
        <p:nvGrpSpPr>
          <p:cNvPr id="15" name="Группа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Полилиния: Фигура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17" name="Полилиния: Фигура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grpSp>
      <p:grpSp>
        <p:nvGrpSpPr>
          <p:cNvPr id="6" name="Группа 5">
            <a:extLst>
              <a:ext uri="{FF2B5EF4-FFF2-40B4-BE49-F238E27FC236}">
                <a16:creationId xmlns:a16="http://schemas.microsoft.com/office/drawing/2014/main" id="{D9EBF8BB-A805-4DDB-B459-082F99815B95}"/>
              </a:ext>
            </a:extLst>
          </p:cNvPr>
          <p:cNvGrpSpPr/>
          <p:nvPr userDrawn="1"/>
        </p:nvGrpSpPr>
        <p:grpSpPr>
          <a:xfrm>
            <a:off x="-1" y="1357409"/>
            <a:ext cx="12192001" cy="4846320"/>
            <a:chOff x="-1" y="1357409"/>
            <a:chExt cx="12192001" cy="4917518"/>
          </a:xfrm>
        </p:grpSpPr>
        <p:sp>
          <p:nvSpPr>
            <p:cNvPr id="19" name="Прямоугольник: Усеченный угол 18">
              <a:extLst>
                <a:ext uri="{FF2B5EF4-FFF2-40B4-BE49-F238E27FC236}">
                  <a16:creationId xmlns:a16="http://schemas.microsoft.com/office/drawing/2014/main" id="{5D638788-DD47-45E7-939A-FA108A818173}"/>
                </a:ext>
              </a:extLst>
            </p:cNvPr>
            <p:cNvSpPr/>
            <p:nvPr userDrawn="1"/>
          </p:nvSpPr>
          <p:spPr>
            <a:xfrm flipV="1">
              <a:off x="-1" y="1357409"/>
              <a:ext cx="12192000" cy="4917518"/>
            </a:xfrm>
            <a:prstGeom prst="snip1Rect">
              <a:avLst>
                <a:gd name="adj" fmla="val 0"/>
              </a:avLst>
            </a:prstGeom>
            <a:pattFill prst="dkVert">
              <a:fgClr>
                <a:srgbClr val="0C4360"/>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3" name="Прямоугольник: Усеченный угол 2">
              <a:extLst>
                <a:ext uri="{FF2B5EF4-FFF2-40B4-BE49-F238E27FC236}">
                  <a16:creationId xmlns:a16="http://schemas.microsoft.com/office/drawing/2014/main" id="{74BDECEF-EEFE-4332-B3B2-BDE4F82C10FC}"/>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grpSp>
      <p:sp>
        <p:nvSpPr>
          <p:cNvPr id="20" name="Рисунок 8">
            <a:extLst>
              <a:ext uri="{FF2B5EF4-FFF2-40B4-BE49-F238E27FC236}">
                <a16:creationId xmlns:a16="http://schemas.microsoft.com/office/drawing/2014/main" id="{6D00E6B4-1CBE-404E-B943-5F1832320C1C}"/>
              </a:ext>
            </a:extLst>
          </p:cNvPr>
          <p:cNvSpPr>
            <a:spLocks noGrp="1"/>
          </p:cNvSpPr>
          <p:nvPr>
            <p:ph type="pic" sz="quarter" idx="13"/>
          </p:nvPr>
        </p:nvSpPr>
        <p:spPr>
          <a:xfrm>
            <a:off x="978212" y="2096716"/>
            <a:ext cx="1259505" cy="1259505"/>
          </a:xfrm>
          <a:prstGeom prst="ellipse">
            <a:avLst/>
          </a:prstGeom>
          <a:pattFill prst="wdUpDiag">
            <a:fgClr>
              <a:srgbClr val="0C4360"/>
            </a:fgClr>
            <a:bgClr>
              <a:schemeClr val="accent1">
                <a:lumMod val="50000"/>
              </a:schemeClr>
            </a:bgClr>
          </a:pattFill>
          <a:ln w="38100">
            <a:solidFill>
              <a:schemeClr val="accent2"/>
            </a:solidFill>
          </a:ln>
        </p:spPr>
        <p:txBody>
          <a:bodyPr rtlCol="0"/>
          <a:lstStyle>
            <a:lvl1pPr marL="0" indent="0">
              <a:buNone/>
              <a:defRPr>
                <a:solidFill>
                  <a:schemeClr val="tx1">
                    <a:alpha val="0"/>
                  </a:schemeClr>
                </a:solidFill>
              </a:defRPr>
            </a:lvl1pPr>
          </a:lstStyle>
          <a:p>
            <a:pPr rtl="0"/>
            <a:r>
              <a:rPr lang="ru-RU" noProof="0" smtClean="0"/>
              <a:t>Вставка рисунка</a:t>
            </a:r>
            <a:endParaRPr lang="ru-RU" noProof="0"/>
          </a:p>
        </p:txBody>
      </p:sp>
      <p:sp>
        <p:nvSpPr>
          <p:cNvPr id="21" name="Рисунок 8">
            <a:extLst>
              <a:ext uri="{FF2B5EF4-FFF2-40B4-BE49-F238E27FC236}">
                <a16:creationId xmlns:a16="http://schemas.microsoft.com/office/drawing/2014/main" id="{7CD59BFD-62BE-4E33-92A5-B84A2A9A8D3B}"/>
              </a:ext>
            </a:extLst>
          </p:cNvPr>
          <p:cNvSpPr>
            <a:spLocks noGrp="1"/>
          </p:cNvSpPr>
          <p:nvPr>
            <p:ph type="pic" sz="quarter" idx="14"/>
          </p:nvPr>
        </p:nvSpPr>
        <p:spPr>
          <a:xfrm>
            <a:off x="3222230" y="2096716"/>
            <a:ext cx="1259505" cy="1259505"/>
          </a:xfrm>
          <a:prstGeom prst="ellipse">
            <a:avLst/>
          </a:prstGeom>
          <a:pattFill prst="wdUpDiag">
            <a:fgClr>
              <a:srgbClr val="0C4360"/>
            </a:fgClr>
            <a:bgClr>
              <a:schemeClr val="accent1">
                <a:lumMod val="50000"/>
              </a:schemeClr>
            </a:bgClr>
          </a:pattFill>
          <a:ln w="38100">
            <a:solidFill>
              <a:schemeClr val="accent2"/>
            </a:solidFill>
          </a:ln>
        </p:spPr>
        <p:txBody>
          <a:bodyPr rtlCol="0"/>
          <a:lstStyle>
            <a:lvl1pPr marL="0" indent="0">
              <a:buNone/>
              <a:defRPr>
                <a:solidFill>
                  <a:schemeClr val="tx1">
                    <a:alpha val="0"/>
                  </a:schemeClr>
                </a:solidFill>
              </a:defRPr>
            </a:lvl1pPr>
          </a:lstStyle>
          <a:p>
            <a:pPr rtl="0"/>
            <a:r>
              <a:rPr lang="ru-RU" noProof="0" smtClean="0"/>
              <a:t>Вставка рисунка</a:t>
            </a:r>
            <a:endParaRPr lang="ru-RU" noProof="0"/>
          </a:p>
        </p:txBody>
      </p:sp>
      <p:sp>
        <p:nvSpPr>
          <p:cNvPr id="22" name="Рисунок 8">
            <a:extLst>
              <a:ext uri="{FF2B5EF4-FFF2-40B4-BE49-F238E27FC236}">
                <a16:creationId xmlns:a16="http://schemas.microsoft.com/office/drawing/2014/main" id="{60DC5978-55B8-421D-91B4-29F8210A7B2C}"/>
              </a:ext>
            </a:extLst>
          </p:cNvPr>
          <p:cNvSpPr>
            <a:spLocks noGrp="1"/>
          </p:cNvSpPr>
          <p:nvPr>
            <p:ph type="pic" sz="quarter" idx="15"/>
          </p:nvPr>
        </p:nvSpPr>
        <p:spPr>
          <a:xfrm>
            <a:off x="5466248" y="2096716"/>
            <a:ext cx="1259505" cy="1259505"/>
          </a:xfrm>
          <a:prstGeom prst="ellipse">
            <a:avLst/>
          </a:prstGeom>
          <a:pattFill prst="wdUpDiag">
            <a:fgClr>
              <a:srgbClr val="0C4360"/>
            </a:fgClr>
            <a:bgClr>
              <a:schemeClr val="accent1">
                <a:lumMod val="50000"/>
              </a:schemeClr>
            </a:bgClr>
          </a:pattFill>
          <a:ln w="38100">
            <a:solidFill>
              <a:schemeClr val="accent2"/>
            </a:solidFill>
          </a:ln>
        </p:spPr>
        <p:txBody>
          <a:bodyPr rtlCol="0"/>
          <a:lstStyle>
            <a:lvl1pPr marL="0" indent="0">
              <a:buNone/>
              <a:defRPr>
                <a:solidFill>
                  <a:schemeClr val="tx1">
                    <a:alpha val="0"/>
                  </a:schemeClr>
                </a:solidFill>
              </a:defRPr>
            </a:lvl1pPr>
          </a:lstStyle>
          <a:p>
            <a:pPr rtl="0"/>
            <a:r>
              <a:rPr lang="ru-RU" noProof="0" smtClean="0"/>
              <a:t>Вставка рисунка</a:t>
            </a:r>
            <a:endParaRPr lang="ru-RU" noProof="0"/>
          </a:p>
        </p:txBody>
      </p:sp>
      <p:sp>
        <p:nvSpPr>
          <p:cNvPr id="23" name="Рисунок 8">
            <a:extLst>
              <a:ext uri="{FF2B5EF4-FFF2-40B4-BE49-F238E27FC236}">
                <a16:creationId xmlns:a16="http://schemas.microsoft.com/office/drawing/2014/main" id="{BE3FB8C3-2C7E-4C59-8BD5-53FA2772DB56}"/>
              </a:ext>
            </a:extLst>
          </p:cNvPr>
          <p:cNvSpPr>
            <a:spLocks noGrp="1"/>
          </p:cNvSpPr>
          <p:nvPr>
            <p:ph type="pic" sz="quarter" idx="16"/>
          </p:nvPr>
        </p:nvSpPr>
        <p:spPr>
          <a:xfrm>
            <a:off x="7710266" y="2096716"/>
            <a:ext cx="1259505" cy="1259505"/>
          </a:xfrm>
          <a:prstGeom prst="ellipse">
            <a:avLst/>
          </a:prstGeom>
          <a:pattFill prst="wdUpDiag">
            <a:fgClr>
              <a:srgbClr val="0C4360"/>
            </a:fgClr>
            <a:bgClr>
              <a:schemeClr val="accent1">
                <a:lumMod val="50000"/>
              </a:schemeClr>
            </a:bgClr>
          </a:pattFill>
          <a:ln w="38100">
            <a:solidFill>
              <a:schemeClr val="accent2"/>
            </a:solidFill>
          </a:ln>
        </p:spPr>
        <p:txBody>
          <a:bodyPr rtlCol="0"/>
          <a:lstStyle>
            <a:lvl1pPr marL="0" indent="0">
              <a:buNone/>
              <a:defRPr>
                <a:solidFill>
                  <a:schemeClr val="tx1">
                    <a:alpha val="0"/>
                  </a:schemeClr>
                </a:solidFill>
              </a:defRPr>
            </a:lvl1pPr>
          </a:lstStyle>
          <a:p>
            <a:pPr rtl="0"/>
            <a:r>
              <a:rPr lang="ru-RU" noProof="0" smtClean="0"/>
              <a:t>Вставка рисунка</a:t>
            </a:r>
            <a:endParaRPr lang="ru-RU" noProof="0"/>
          </a:p>
        </p:txBody>
      </p:sp>
      <p:sp>
        <p:nvSpPr>
          <p:cNvPr id="24" name="Рисунок 8">
            <a:extLst>
              <a:ext uri="{FF2B5EF4-FFF2-40B4-BE49-F238E27FC236}">
                <a16:creationId xmlns:a16="http://schemas.microsoft.com/office/drawing/2014/main" id="{FD8FA9DA-C36B-4889-B88F-28B5829E53E2}"/>
              </a:ext>
            </a:extLst>
          </p:cNvPr>
          <p:cNvSpPr>
            <a:spLocks noGrp="1"/>
          </p:cNvSpPr>
          <p:nvPr>
            <p:ph type="pic" sz="quarter" idx="17"/>
          </p:nvPr>
        </p:nvSpPr>
        <p:spPr>
          <a:xfrm>
            <a:off x="9954283" y="2096716"/>
            <a:ext cx="1259505" cy="1259505"/>
          </a:xfrm>
          <a:prstGeom prst="ellipse">
            <a:avLst/>
          </a:prstGeom>
          <a:pattFill prst="wdUpDiag">
            <a:fgClr>
              <a:srgbClr val="0C4360"/>
            </a:fgClr>
            <a:bgClr>
              <a:schemeClr val="accent1">
                <a:lumMod val="50000"/>
              </a:schemeClr>
            </a:bgClr>
          </a:pattFill>
          <a:ln w="38100">
            <a:solidFill>
              <a:schemeClr val="accent2"/>
            </a:solidFill>
          </a:ln>
        </p:spPr>
        <p:txBody>
          <a:bodyPr rtlCol="0"/>
          <a:lstStyle>
            <a:lvl1pPr marL="0" indent="0">
              <a:buNone/>
              <a:defRPr>
                <a:solidFill>
                  <a:schemeClr val="tx1">
                    <a:alpha val="0"/>
                  </a:schemeClr>
                </a:solidFill>
              </a:defRPr>
            </a:lvl1pPr>
          </a:lstStyle>
          <a:p>
            <a:pPr rtl="0"/>
            <a:r>
              <a:rPr lang="ru-RU" noProof="0" smtClean="0"/>
              <a:t>Вставка рисунка</a:t>
            </a:r>
            <a:endParaRPr lang="ru-RU" noProof="0"/>
          </a:p>
        </p:txBody>
      </p:sp>
      <p:sp>
        <p:nvSpPr>
          <p:cNvPr id="26" name="Текст 22">
            <a:extLst>
              <a:ext uri="{FF2B5EF4-FFF2-40B4-BE49-F238E27FC236}">
                <a16:creationId xmlns:a16="http://schemas.microsoft.com/office/drawing/2014/main" id="{2A19101D-7C37-42BF-8167-5391EA65EC3A}"/>
              </a:ext>
            </a:extLst>
          </p:cNvPr>
          <p:cNvSpPr>
            <a:spLocks noGrp="1"/>
          </p:cNvSpPr>
          <p:nvPr>
            <p:ph type="body" sz="quarter" idx="18"/>
          </p:nvPr>
        </p:nvSpPr>
        <p:spPr>
          <a:xfrm>
            <a:off x="719894" y="4240093"/>
            <a:ext cx="1776140" cy="1463040"/>
          </a:xfrm>
        </p:spPr>
        <p:txBody>
          <a:bodyPr lIns="0" tIns="0" rIns="0" bIns="0" rtlCol="0">
            <a:noAutofit/>
          </a:bodyPr>
          <a:lstStyle>
            <a:lvl1pPr marL="0" indent="0" algn="ctr">
              <a:lnSpc>
                <a:spcPct val="100000"/>
              </a:lnSpc>
              <a:spcBef>
                <a:spcPts val="600"/>
              </a:spcBef>
              <a:spcAft>
                <a:spcPts val="400"/>
              </a:spcAft>
              <a:buNone/>
              <a:defRPr sz="1400">
                <a:solidFill>
                  <a:schemeClr val="bg1"/>
                </a:solidFill>
                <a:latin typeface="+mn-lt"/>
                <a:cs typeface="Arial" panose="020B0604020202020204" pitchFamily="34" charset="0"/>
              </a:defRPr>
            </a:lvl1pPr>
            <a:lvl2pPr>
              <a:lnSpc>
                <a:spcPct val="100000"/>
              </a:lnSpc>
              <a:spcBef>
                <a:spcPts val="600"/>
              </a:spcBef>
              <a:spcAft>
                <a:spcPts val="400"/>
              </a:spcAft>
              <a:defRPr sz="1600">
                <a:solidFill>
                  <a:schemeClr val="bg1"/>
                </a:solidFill>
                <a:latin typeface="Arial" panose="020B0604020202020204" pitchFamily="34" charset="0"/>
                <a:cs typeface="Arial" panose="020B0604020202020204" pitchFamily="34" charset="0"/>
              </a:defRPr>
            </a:lvl2pPr>
            <a:lvl3pPr>
              <a:lnSpc>
                <a:spcPct val="100000"/>
              </a:lnSpc>
              <a:spcBef>
                <a:spcPts val="600"/>
              </a:spcBef>
              <a:spcAft>
                <a:spcPts val="400"/>
              </a:spcAft>
              <a:defRPr sz="1400">
                <a:solidFill>
                  <a:schemeClr val="bg1"/>
                </a:solidFill>
                <a:latin typeface="Arial" panose="020B0604020202020204" pitchFamily="34" charset="0"/>
                <a:cs typeface="Arial" panose="020B0604020202020204" pitchFamily="34" charset="0"/>
              </a:defRPr>
            </a:lvl3pPr>
            <a:lvl4pPr>
              <a:defRPr sz="1400">
                <a:solidFill>
                  <a:schemeClr val="bg1"/>
                </a:solidFill>
                <a:latin typeface="Arial" panose="020B0604020202020204" pitchFamily="34" charset="0"/>
                <a:cs typeface="Arial" panose="020B0604020202020204" pitchFamily="34" charset="0"/>
              </a:defRPr>
            </a:lvl4pPr>
            <a:lvl5pPr>
              <a:defRPr sz="1400">
                <a:solidFill>
                  <a:schemeClr val="bg1"/>
                </a:solidFill>
                <a:latin typeface="Arial" panose="020B0604020202020204" pitchFamily="34" charset="0"/>
                <a:cs typeface="Arial" panose="020B0604020202020204" pitchFamily="34" charset="0"/>
              </a:defRPr>
            </a:lvl5pPr>
          </a:lstStyle>
          <a:p>
            <a:pPr lvl="0" rtl="0"/>
            <a:r>
              <a:rPr lang="ru-RU" noProof="0" smtClean="0"/>
              <a:t>Образец текста</a:t>
            </a:r>
          </a:p>
        </p:txBody>
      </p:sp>
      <p:sp>
        <p:nvSpPr>
          <p:cNvPr id="27" name="Текст 22">
            <a:extLst>
              <a:ext uri="{FF2B5EF4-FFF2-40B4-BE49-F238E27FC236}">
                <a16:creationId xmlns:a16="http://schemas.microsoft.com/office/drawing/2014/main" id="{05F72315-51A9-431C-B80A-45E4FB1D6BD6}"/>
              </a:ext>
            </a:extLst>
          </p:cNvPr>
          <p:cNvSpPr>
            <a:spLocks noGrp="1"/>
          </p:cNvSpPr>
          <p:nvPr>
            <p:ph type="body" sz="quarter" idx="19"/>
          </p:nvPr>
        </p:nvSpPr>
        <p:spPr>
          <a:xfrm>
            <a:off x="2963912" y="4240093"/>
            <a:ext cx="1776140" cy="1463040"/>
          </a:xfrm>
        </p:spPr>
        <p:txBody>
          <a:bodyPr lIns="0" tIns="0" rIns="0" bIns="0" rtlCol="0">
            <a:noAutofit/>
          </a:bodyPr>
          <a:lstStyle>
            <a:lvl1pPr marL="0" indent="0" algn="ctr">
              <a:lnSpc>
                <a:spcPct val="100000"/>
              </a:lnSpc>
              <a:spcBef>
                <a:spcPts val="600"/>
              </a:spcBef>
              <a:spcAft>
                <a:spcPts val="400"/>
              </a:spcAft>
              <a:buNone/>
              <a:defRPr sz="1400">
                <a:solidFill>
                  <a:schemeClr val="bg1"/>
                </a:solidFill>
                <a:latin typeface="+mn-lt"/>
                <a:cs typeface="Arial" panose="020B0604020202020204" pitchFamily="34" charset="0"/>
              </a:defRPr>
            </a:lvl1pPr>
            <a:lvl2pPr>
              <a:lnSpc>
                <a:spcPct val="100000"/>
              </a:lnSpc>
              <a:spcBef>
                <a:spcPts val="600"/>
              </a:spcBef>
              <a:spcAft>
                <a:spcPts val="400"/>
              </a:spcAft>
              <a:defRPr sz="1600">
                <a:solidFill>
                  <a:schemeClr val="bg1"/>
                </a:solidFill>
                <a:latin typeface="Arial" panose="020B0604020202020204" pitchFamily="34" charset="0"/>
                <a:cs typeface="Arial" panose="020B0604020202020204" pitchFamily="34" charset="0"/>
              </a:defRPr>
            </a:lvl2pPr>
            <a:lvl3pPr>
              <a:lnSpc>
                <a:spcPct val="100000"/>
              </a:lnSpc>
              <a:spcBef>
                <a:spcPts val="600"/>
              </a:spcBef>
              <a:spcAft>
                <a:spcPts val="400"/>
              </a:spcAft>
              <a:defRPr sz="1400">
                <a:solidFill>
                  <a:schemeClr val="bg1"/>
                </a:solidFill>
                <a:latin typeface="Arial" panose="020B0604020202020204" pitchFamily="34" charset="0"/>
                <a:cs typeface="Arial" panose="020B0604020202020204" pitchFamily="34" charset="0"/>
              </a:defRPr>
            </a:lvl3pPr>
            <a:lvl4pPr>
              <a:defRPr sz="1400">
                <a:solidFill>
                  <a:schemeClr val="bg1"/>
                </a:solidFill>
                <a:latin typeface="Arial" panose="020B0604020202020204" pitchFamily="34" charset="0"/>
                <a:cs typeface="Arial" panose="020B0604020202020204" pitchFamily="34" charset="0"/>
              </a:defRPr>
            </a:lvl4pPr>
            <a:lvl5pPr>
              <a:defRPr sz="1400">
                <a:solidFill>
                  <a:schemeClr val="bg1"/>
                </a:solidFill>
                <a:latin typeface="Arial" panose="020B0604020202020204" pitchFamily="34" charset="0"/>
                <a:cs typeface="Arial" panose="020B0604020202020204" pitchFamily="34" charset="0"/>
              </a:defRPr>
            </a:lvl5pPr>
          </a:lstStyle>
          <a:p>
            <a:pPr lvl="0" rtl="0"/>
            <a:r>
              <a:rPr lang="ru-RU" noProof="0" smtClean="0"/>
              <a:t>Образец текста</a:t>
            </a:r>
          </a:p>
        </p:txBody>
      </p:sp>
      <p:sp>
        <p:nvSpPr>
          <p:cNvPr id="28" name="Текст 22">
            <a:extLst>
              <a:ext uri="{FF2B5EF4-FFF2-40B4-BE49-F238E27FC236}">
                <a16:creationId xmlns:a16="http://schemas.microsoft.com/office/drawing/2014/main" id="{883D1F0C-34F1-46E1-B178-E4AB82B14631}"/>
              </a:ext>
            </a:extLst>
          </p:cNvPr>
          <p:cNvSpPr>
            <a:spLocks noGrp="1"/>
          </p:cNvSpPr>
          <p:nvPr>
            <p:ph type="body" sz="quarter" idx="20"/>
          </p:nvPr>
        </p:nvSpPr>
        <p:spPr>
          <a:xfrm>
            <a:off x="5207930" y="4240093"/>
            <a:ext cx="1776140" cy="1463040"/>
          </a:xfrm>
        </p:spPr>
        <p:txBody>
          <a:bodyPr lIns="0" tIns="0" rIns="0" bIns="0" rtlCol="0">
            <a:noAutofit/>
          </a:bodyPr>
          <a:lstStyle>
            <a:lvl1pPr marL="0" indent="0" algn="ctr">
              <a:lnSpc>
                <a:spcPct val="100000"/>
              </a:lnSpc>
              <a:spcBef>
                <a:spcPts val="600"/>
              </a:spcBef>
              <a:spcAft>
                <a:spcPts val="400"/>
              </a:spcAft>
              <a:buNone/>
              <a:defRPr sz="1400">
                <a:solidFill>
                  <a:schemeClr val="bg1"/>
                </a:solidFill>
                <a:latin typeface="+mn-lt"/>
                <a:cs typeface="Arial" panose="020B0604020202020204" pitchFamily="34" charset="0"/>
              </a:defRPr>
            </a:lvl1pPr>
            <a:lvl2pPr>
              <a:lnSpc>
                <a:spcPct val="100000"/>
              </a:lnSpc>
              <a:spcBef>
                <a:spcPts val="600"/>
              </a:spcBef>
              <a:spcAft>
                <a:spcPts val="400"/>
              </a:spcAft>
              <a:defRPr sz="1600">
                <a:solidFill>
                  <a:schemeClr val="bg1"/>
                </a:solidFill>
                <a:latin typeface="Arial" panose="020B0604020202020204" pitchFamily="34" charset="0"/>
                <a:cs typeface="Arial" panose="020B0604020202020204" pitchFamily="34" charset="0"/>
              </a:defRPr>
            </a:lvl2pPr>
            <a:lvl3pPr>
              <a:lnSpc>
                <a:spcPct val="100000"/>
              </a:lnSpc>
              <a:spcBef>
                <a:spcPts val="600"/>
              </a:spcBef>
              <a:spcAft>
                <a:spcPts val="400"/>
              </a:spcAft>
              <a:defRPr sz="1400">
                <a:solidFill>
                  <a:schemeClr val="bg1"/>
                </a:solidFill>
                <a:latin typeface="Arial" panose="020B0604020202020204" pitchFamily="34" charset="0"/>
                <a:cs typeface="Arial" panose="020B0604020202020204" pitchFamily="34" charset="0"/>
              </a:defRPr>
            </a:lvl3pPr>
            <a:lvl4pPr>
              <a:defRPr sz="1400">
                <a:solidFill>
                  <a:schemeClr val="bg1"/>
                </a:solidFill>
                <a:latin typeface="Arial" panose="020B0604020202020204" pitchFamily="34" charset="0"/>
                <a:cs typeface="Arial" panose="020B0604020202020204" pitchFamily="34" charset="0"/>
              </a:defRPr>
            </a:lvl4pPr>
            <a:lvl5pPr>
              <a:defRPr sz="1400">
                <a:solidFill>
                  <a:schemeClr val="bg1"/>
                </a:solidFill>
                <a:latin typeface="Arial" panose="020B0604020202020204" pitchFamily="34" charset="0"/>
                <a:cs typeface="Arial" panose="020B0604020202020204" pitchFamily="34" charset="0"/>
              </a:defRPr>
            </a:lvl5pPr>
          </a:lstStyle>
          <a:p>
            <a:pPr lvl="0" rtl="0"/>
            <a:r>
              <a:rPr lang="ru-RU" noProof="0" smtClean="0"/>
              <a:t>Образец текста</a:t>
            </a:r>
          </a:p>
        </p:txBody>
      </p:sp>
      <p:sp>
        <p:nvSpPr>
          <p:cNvPr id="29" name="Текст 22">
            <a:extLst>
              <a:ext uri="{FF2B5EF4-FFF2-40B4-BE49-F238E27FC236}">
                <a16:creationId xmlns:a16="http://schemas.microsoft.com/office/drawing/2014/main" id="{7202A849-DF14-40E7-B38D-1185F72603EC}"/>
              </a:ext>
            </a:extLst>
          </p:cNvPr>
          <p:cNvSpPr>
            <a:spLocks noGrp="1"/>
          </p:cNvSpPr>
          <p:nvPr>
            <p:ph type="body" sz="quarter" idx="21"/>
          </p:nvPr>
        </p:nvSpPr>
        <p:spPr>
          <a:xfrm>
            <a:off x="7451948" y="4240093"/>
            <a:ext cx="1776140" cy="1463040"/>
          </a:xfrm>
        </p:spPr>
        <p:txBody>
          <a:bodyPr lIns="0" tIns="0" rIns="0" bIns="0" rtlCol="0">
            <a:noAutofit/>
          </a:bodyPr>
          <a:lstStyle>
            <a:lvl1pPr marL="0" indent="0" algn="ctr">
              <a:lnSpc>
                <a:spcPct val="100000"/>
              </a:lnSpc>
              <a:spcBef>
                <a:spcPts val="600"/>
              </a:spcBef>
              <a:spcAft>
                <a:spcPts val="400"/>
              </a:spcAft>
              <a:buNone/>
              <a:defRPr sz="1400">
                <a:solidFill>
                  <a:schemeClr val="bg1"/>
                </a:solidFill>
                <a:latin typeface="+mn-lt"/>
                <a:cs typeface="Arial" panose="020B0604020202020204" pitchFamily="34" charset="0"/>
              </a:defRPr>
            </a:lvl1pPr>
            <a:lvl2pPr>
              <a:lnSpc>
                <a:spcPct val="100000"/>
              </a:lnSpc>
              <a:spcBef>
                <a:spcPts val="600"/>
              </a:spcBef>
              <a:spcAft>
                <a:spcPts val="400"/>
              </a:spcAft>
              <a:defRPr sz="1600">
                <a:solidFill>
                  <a:schemeClr val="bg1"/>
                </a:solidFill>
                <a:latin typeface="Arial" panose="020B0604020202020204" pitchFamily="34" charset="0"/>
                <a:cs typeface="Arial" panose="020B0604020202020204" pitchFamily="34" charset="0"/>
              </a:defRPr>
            </a:lvl2pPr>
            <a:lvl3pPr>
              <a:lnSpc>
                <a:spcPct val="100000"/>
              </a:lnSpc>
              <a:spcBef>
                <a:spcPts val="600"/>
              </a:spcBef>
              <a:spcAft>
                <a:spcPts val="400"/>
              </a:spcAft>
              <a:defRPr sz="1400">
                <a:solidFill>
                  <a:schemeClr val="bg1"/>
                </a:solidFill>
                <a:latin typeface="Arial" panose="020B0604020202020204" pitchFamily="34" charset="0"/>
                <a:cs typeface="Arial" panose="020B0604020202020204" pitchFamily="34" charset="0"/>
              </a:defRPr>
            </a:lvl3pPr>
            <a:lvl4pPr>
              <a:defRPr sz="1400">
                <a:solidFill>
                  <a:schemeClr val="bg1"/>
                </a:solidFill>
                <a:latin typeface="Arial" panose="020B0604020202020204" pitchFamily="34" charset="0"/>
                <a:cs typeface="Arial" panose="020B0604020202020204" pitchFamily="34" charset="0"/>
              </a:defRPr>
            </a:lvl4pPr>
            <a:lvl5pPr>
              <a:defRPr sz="1400">
                <a:solidFill>
                  <a:schemeClr val="bg1"/>
                </a:solidFill>
                <a:latin typeface="Arial" panose="020B0604020202020204" pitchFamily="34" charset="0"/>
                <a:cs typeface="Arial" panose="020B0604020202020204" pitchFamily="34" charset="0"/>
              </a:defRPr>
            </a:lvl5pPr>
          </a:lstStyle>
          <a:p>
            <a:pPr lvl="0" rtl="0"/>
            <a:r>
              <a:rPr lang="ru-RU" noProof="0" smtClean="0"/>
              <a:t>Образец текста</a:t>
            </a:r>
          </a:p>
        </p:txBody>
      </p:sp>
      <p:sp>
        <p:nvSpPr>
          <p:cNvPr id="30" name="Текст 22">
            <a:extLst>
              <a:ext uri="{FF2B5EF4-FFF2-40B4-BE49-F238E27FC236}">
                <a16:creationId xmlns:a16="http://schemas.microsoft.com/office/drawing/2014/main" id="{CCFC1ADF-AC11-4CCD-AC2D-478B6FFEA5EA}"/>
              </a:ext>
            </a:extLst>
          </p:cNvPr>
          <p:cNvSpPr>
            <a:spLocks noGrp="1"/>
          </p:cNvSpPr>
          <p:nvPr>
            <p:ph type="body" sz="quarter" idx="22"/>
          </p:nvPr>
        </p:nvSpPr>
        <p:spPr>
          <a:xfrm>
            <a:off x="9695965" y="4240093"/>
            <a:ext cx="1776140" cy="1463040"/>
          </a:xfrm>
        </p:spPr>
        <p:txBody>
          <a:bodyPr lIns="0" tIns="0" rIns="0" bIns="0" rtlCol="0">
            <a:noAutofit/>
          </a:bodyPr>
          <a:lstStyle>
            <a:lvl1pPr marL="0" indent="0" algn="ctr">
              <a:lnSpc>
                <a:spcPct val="100000"/>
              </a:lnSpc>
              <a:spcBef>
                <a:spcPts val="600"/>
              </a:spcBef>
              <a:spcAft>
                <a:spcPts val="400"/>
              </a:spcAft>
              <a:buNone/>
              <a:defRPr sz="1400">
                <a:solidFill>
                  <a:schemeClr val="bg1"/>
                </a:solidFill>
                <a:latin typeface="+mn-lt"/>
                <a:cs typeface="Arial" panose="020B0604020202020204" pitchFamily="34" charset="0"/>
              </a:defRPr>
            </a:lvl1pPr>
            <a:lvl2pPr>
              <a:lnSpc>
                <a:spcPct val="100000"/>
              </a:lnSpc>
              <a:spcBef>
                <a:spcPts val="600"/>
              </a:spcBef>
              <a:spcAft>
                <a:spcPts val="400"/>
              </a:spcAft>
              <a:defRPr sz="1600">
                <a:solidFill>
                  <a:schemeClr val="bg1"/>
                </a:solidFill>
                <a:latin typeface="Arial" panose="020B0604020202020204" pitchFamily="34" charset="0"/>
                <a:cs typeface="Arial" panose="020B0604020202020204" pitchFamily="34" charset="0"/>
              </a:defRPr>
            </a:lvl2pPr>
            <a:lvl3pPr>
              <a:lnSpc>
                <a:spcPct val="100000"/>
              </a:lnSpc>
              <a:spcBef>
                <a:spcPts val="600"/>
              </a:spcBef>
              <a:spcAft>
                <a:spcPts val="400"/>
              </a:spcAft>
              <a:defRPr sz="1400">
                <a:solidFill>
                  <a:schemeClr val="bg1"/>
                </a:solidFill>
                <a:latin typeface="Arial" panose="020B0604020202020204" pitchFamily="34" charset="0"/>
                <a:cs typeface="Arial" panose="020B0604020202020204" pitchFamily="34" charset="0"/>
              </a:defRPr>
            </a:lvl3pPr>
            <a:lvl4pPr>
              <a:defRPr sz="1400">
                <a:solidFill>
                  <a:schemeClr val="bg1"/>
                </a:solidFill>
                <a:latin typeface="Arial" panose="020B0604020202020204" pitchFamily="34" charset="0"/>
                <a:cs typeface="Arial" panose="020B0604020202020204" pitchFamily="34" charset="0"/>
              </a:defRPr>
            </a:lvl4pPr>
            <a:lvl5pPr>
              <a:defRPr sz="1400">
                <a:solidFill>
                  <a:schemeClr val="bg1"/>
                </a:solidFill>
                <a:latin typeface="Arial" panose="020B0604020202020204" pitchFamily="34" charset="0"/>
                <a:cs typeface="Arial" panose="020B0604020202020204" pitchFamily="34" charset="0"/>
              </a:defRPr>
            </a:lvl5pPr>
          </a:lstStyle>
          <a:p>
            <a:pPr lvl="0" rtl="0"/>
            <a:r>
              <a:rPr lang="ru-RU" noProof="0" smtClean="0"/>
              <a:t>Образец текста</a:t>
            </a:r>
          </a:p>
        </p:txBody>
      </p:sp>
      <p:cxnSp>
        <p:nvCxnSpPr>
          <p:cNvPr id="7" name="Прямая соединительная линия 6">
            <a:extLst>
              <a:ext uri="{FF2B5EF4-FFF2-40B4-BE49-F238E27FC236}">
                <a16:creationId xmlns:a16="http://schemas.microsoft.com/office/drawing/2014/main" id="{2B4CB326-DA0E-488E-B236-7017E8438FBB}"/>
              </a:ext>
            </a:extLst>
          </p:cNvPr>
          <p:cNvCxnSpPr/>
          <p:nvPr userDrawn="1"/>
        </p:nvCxnSpPr>
        <p:spPr>
          <a:xfrm>
            <a:off x="1242354" y="3825022"/>
            <a:ext cx="731221" cy="0"/>
          </a:xfrm>
          <a:prstGeom prst="line">
            <a:avLst/>
          </a:prstGeom>
          <a:ln w="381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31" name="Прямая соединительная линия 30">
            <a:extLst>
              <a:ext uri="{FF2B5EF4-FFF2-40B4-BE49-F238E27FC236}">
                <a16:creationId xmlns:a16="http://schemas.microsoft.com/office/drawing/2014/main" id="{9366B533-7212-4A36-9CE2-D6302E721F8F}"/>
              </a:ext>
            </a:extLst>
          </p:cNvPr>
          <p:cNvCxnSpPr/>
          <p:nvPr userDrawn="1"/>
        </p:nvCxnSpPr>
        <p:spPr>
          <a:xfrm>
            <a:off x="3486372" y="3825022"/>
            <a:ext cx="731221" cy="0"/>
          </a:xfrm>
          <a:prstGeom prst="line">
            <a:avLst/>
          </a:prstGeom>
          <a:ln w="381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32" name="Прямая соединительная линия 31">
            <a:extLst>
              <a:ext uri="{FF2B5EF4-FFF2-40B4-BE49-F238E27FC236}">
                <a16:creationId xmlns:a16="http://schemas.microsoft.com/office/drawing/2014/main" id="{AD7474CD-E230-4E14-8274-5E20F673F401}"/>
              </a:ext>
            </a:extLst>
          </p:cNvPr>
          <p:cNvCxnSpPr/>
          <p:nvPr userDrawn="1"/>
        </p:nvCxnSpPr>
        <p:spPr>
          <a:xfrm>
            <a:off x="5730390" y="3825022"/>
            <a:ext cx="731221" cy="0"/>
          </a:xfrm>
          <a:prstGeom prst="line">
            <a:avLst/>
          </a:prstGeom>
          <a:ln w="381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33" name="Прямая соединительная линия 32">
            <a:extLst>
              <a:ext uri="{FF2B5EF4-FFF2-40B4-BE49-F238E27FC236}">
                <a16:creationId xmlns:a16="http://schemas.microsoft.com/office/drawing/2014/main" id="{6BF71FCE-6F39-4D2F-82BE-7D9F1D2ED59F}"/>
              </a:ext>
            </a:extLst>
          </p:cNvPr>
          <p:cNvCxnSpPr/>
          <p:nvPr userDrawn="1"/>
        </p:nvCxnSpPr>
        <p:spPr>
          <a:xfrm>
            <a:off x="7974408" y="3825022"/>
            <a:ext cx="731221" cy="0"/>
          </a:xfrm>
          <a:prstGeom prst="line">
            <a:avLst/>
          </a:prstGeom>
          <a:ln w="381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34" name="Прямая соединительная линия 33">
            <a:extLst>
              <a:ext uri="{FF2B5EF4-FFF2-40B4-BE49-F238E27FC236}">
                <a16:creationId xmlns:a16="http://schemas.microsoft.com/office/drawing/2014/main" id="{AE97AC7A-17D9-4F42-9DD0-94FE4FC6BF19}"/>
              </a:ext>
            </a:extLst>
          </p:cNvPr>
          <p:cNvCxnSpPr/>
          <p:nvPr userDrawn="1"/>
        </p:nvCxnSpPr>
        <p:spPr>
          <a:xfrm>
            <a:off x="10218425" y="3825022"/>
            <a:ext cx="731221" cy="0"/>
          </a:xfrm>
          <a:prstGeom prst="line">
            <a:avLst/>
          </a:prstGeom>
          <a:ln w="38100" cap="rnd">
            <a:solidFill>
              <a:schemeClr val="accent2"/>
            </a:solidFill>
          </a:ln>
        </p:spPr>
        <p:style>
          <a:lnRef idx="1">
            <a:schemeClr val="accent1"/>
          </a:lnRef>
          <a:fillRef idx="0">
            <a:schemeClr val="accent1"/>
          </a:fillRef>
          <a:effectRef idx="0">
            <a:schemeClr val="accent1"/>
          </a:effectRef>
          <a:fontRef idx="minor">
            <a:schemeClr val="tx1"/>
          </a:fontRef>
        </p:style>
      </p:cxnSp>
      <p:sp>
        <p:nvSpPr>
          <p:cNvPr id="35" name="Полилиния: Фигура 34">
            <a:extLst>
              <a:ext uri="{FF2B5EF4-FFF2-40B4-BE49-F238E27FC236}">
                <a16:creationId xmlns:a16="http://schemas.microsoft.com/office/drawing/2014/main" id="{62EEBF51-DCAD-4335-85E9-52801031A1BF}"/>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5" name="Номер слайда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rtlCol="0"/>
          <a:lstStyle>
            <a:lvl1pPr>
              <a:defRPr sz="1000">
                <a:solidFill>
                  <a:schemeClr val="bg1"/>
                </a:solidFill>
                <a:latin typeface="Trade Gothic LT Pro" panose="020B0503040303020004" pitchFamily="34" charset="0"/>
              </a:defRPr>
            </a:lvl1pPr>
          </a:lstStyle>
          <a:p>
            <a:pPr rtl="0"/>
            <a:fld id="{C263D6C4-4840-40CC-AC84-17E24B3B7BDE}" type="slidenum">
              <a:rPr lang="ru-RU" noProof="0" smtClean="0"/>
              <a:pPr/>
              <a:t>‹#›</a:t>
            </a:fld>
            <a:endParaRPr lang="ru-RU" noProof="0"/>
          </a:p>
        </p:txBody>
      </p:sp>
    </p:spTree>
    <p:extLst>
      <p:ext uri="{BB962C8B-B14F-4D97-AF65-F5344CB8AC3E}">
        <p14:creationId xmlns:p14="http://schemas.microsoft.com/office/powerpoint/2010/main" val="4762663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Фото и раздел 3">
    <p:bg>
      <p:bgPr>
        <a:solidFill>
          <a:schemeClr val="accent2"/>
        </a:solidFill>
        <a:effectLst/>
      </p:bgPr>
    </p:bg>
    <p:spTree>
      <p:nvGrpSpPr>
        <p:cNvPr id="1" name=""/>
        <p:cNvGrpSpPr/>
        <p:nvPr/>
      </p:nvGrpSpPr>
      <p:grpSpPr>
        <a:xfrm>
          <a:off x="0" y="0"/>
          <a:ext cx="0" cy="0"/>
          <a:chOff x="0" y="0"/>
          <a:chExt cx="0" cy="0"/>
        </a:xfrm>
      </p:grpSpPr>
      <p:sp>
        <p:nvSpPr>
          <p:cNvPr id="11" name="Прямоугольник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10" name="Полилиния: Фигура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ru-RU" noProof="0"/>
          </a:p>
        </p:txBody>
      </p:sp>
      <p:sp>
        <p:nvSpPr>
          <p:cNvPr id="18" name="Полилиния: Фигура 17">
            <a:extLst>
              <a:ext uri="{FF2B5EF4-FFF2-40B4-BE49-F238E27FC236}">
                <a16:creationId xmlns:a16="http://schemas.microsoft.com/office/drawing/2014/main" id="{E37145E9-AC61-47D5-9288-8789940F81B6}"/>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ru-RU" noProof="0"/>
          </a:p>
        </p:txBody>
      </p:sp>
      <p:sp>
        <p:nvSpPr>
          <p:cNvPr id="12" name="Полилиния: фигура 11">
            <a:extLst>
              <a:ext uri="{FF2B5EF4-FFF2-40B4-BE49-F238E27FC236}">
                <a16:creationId xmlns:a16="http://schemas.microsoft.com/office/drawing/2014/main" id="{A5E2B3ED-9A49-40A7-B8A3-62595FE513F9}"/>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8" name="Полилиния: Фигура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2" name="Заголовок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rtl="0"/>
            <a:r>
              <a:rPr lang="ru-RU" noProof="0" smtClean="0"/>
              <a:t>Образец заголовка</a:t>
            </a:r>
            <a:endParaRPr lang="ru-RU" noProof="0"/>
          </a:p>
        </p:txBody>
      </p:sp>
      <p:grpSp>
        <p:nvGrpSpPr>
          <p:cNvPr id="15" name="Группа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Полилиния: Фигура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17" name="Полилиния: Фигура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grpSp>
      <p:grpSp>
        <p:nvGrpSpPr>
          <p:cNvPr id="6" name="Группа 5">
            <a:extLst>
              <a:ext uri="{FF2B5EF4-FFF2-40B4-BE49-F238E27FC236}">
                <a16:creationId xmlns:a16="http://schemas.microsoft.com/office/drawing/2014/main" id="{D9EBF8BB-A805-4DDB-B459-082F99815B95}"/>
              </a:ext>
            </a:extLst>
          </p:cNvPr>
          <p:cNvGrpSpPr/>
          <p:nvPr userDrawn="1"/>
        </p:nvGrpSpPr>
        <p:grpSpPr>
          <a:xfrm>
            <a:off x="-1" y="1357409"/>
            <a:ext cx="12192001" cy="4846320"/>
            <a:chOff x="-1" y="1357409"/>
            <a:chExt cx="12192001" cy="4917518"/>
          </a:xfrm>
        </p:grpSpPr>
        <p:sp>
          <p:nvSpPr>
            <p:cNvPr id="19" name="Прямоугольник: Усеченный угол 18">
              <a:extLst>
                <a:ext uri="{FF2B5EF4-FFF2-40B4-BE49-F238E27FC236}">
                  <a16:creationId xmlns:a16="http://schemas.microsoft.com/office/drawing/2014/main" id="{5D638788-DD47-45E7-939A-FA108A818173}"/>
                </a:ext>
              </a:extLst>
            </p:cNvPr>
            <p:cNvSpPr/>
            <p:nvPr userDrawn="1"/>
          </p:nvSpPr>
          <p:spPr>
            <a:xfrm flipV="1">
              <a:off x="-1" y="1357409"/>
              <a:ext cx="12192000" cy="4917518"/>
            </a:xfrm>
            <a:prstGeom prst="snip1Rect">
              <a:avLst>
                <a:gd name="adj" fmla="val 0"/>
              </a:avLst>
            </a:prstGeom>
            <a:pattFill prst="dkVert">
              <a:fgClr>
                <a:srgbClr val="0C4360"/>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3" name="Прямоугольник: Усеченный угол 2">
              <a:extLst>
                <a:ext uri="{FF2B5EF4-FFF2-40B4-BE49-F238E27FC236}">
                  <a16:creationId xmlns:a16="http://schemas.microsoft.com/office/drawing/2014/main" id="{74BDECEF-EEFE-4332-B3B2-BDE4F82C10FC}"/>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grpSp>
      <p:sp>
        <p:nvSpPr>
          <p:cNvPr id="26" name="Текст 22">
            <a:extLst>
              <a:ext uri="{FF2B5EF4-FFF2-40B4-BE49-F238E27FC236}">
                <a16:creationId xmlns:a16="http://schemas.microsoft.com/office/drawing/2014/main" id="{2A19101D-7C37-42BF-8167-5391EA65EC3A}"/>
              </a:ext>
            </a:extLst>
          </p:cNvPr>
          <p:cNvSpPr>
            <a:spLocks noGrp="1"/>
          </p:cNvSpPr>
          <p:nvPr>
            <p:ph type="body" sz="quarter" idx="18"/>
          </p:nvPr>
        </p:nvSpPr>
        <p:spPr>
          <a:xfrm>
            <a:off x="542094" y="4240093"/>
            <a:ext cx="3293306" cy="1463040"/>
          </a:xfrm>
        </p:spPr>
        <p:txBody>
          <a:bodyPr lIns="0" tIns="0" rIns="0" bIns="0" rtlCol="0">
            <a:noAutofit/>
          </a:bodyPr>
          <a:lstStyle>
            <a:lvl1pPr marL="0" indent="0" algn="l">
              <a:lnSpc>
                <a:spcPct val="100000"/>
              </a:lnSpc>
              <a:spcBef>
                <a:spcPts val="600"/>
              </a:spcBef>
              <a:spcAft>
                <a:spcPts val="400"/>
              </a:spcAft>
              <a:buNone/>
              <a:defRPr sz="1400">
                <a:solidFill>
                  <a:schemeClr val="bg1"/>
                </a:solidFill>
                <a:latin typeface="+mn-lt"/>
                <a:cs typeface="Arial" panose="020B0604020202020204" pitchFamily="34" charset="0"/>
              </a:defRPr>
            </a:lvl1pPr>
            <a:lvl2pPr>
              <a:lnSpc>
                <a:spcPct val="100000"/>
              </a:lnSpc>
              <a:spcBef>
                <a:spcPts val="600"/>
              </a:spcBef>
              <a:spcAft>
                <a:spcPts val="400"/>
              </a:spcAft>
              <a:defRPr sz="1600">
                <a:solidFill>
                  <a:schemeClr val="bg1"/>
                </a:solidFill>
                <a:latin typeface="Arial" panose="020B0604020202020204" pitchFamily="34" charset="0"/>
                <a:cs typeface="Arial" panose="020B0604020202020204" pitchFamily="34" charset="0"/>
              </a:defRPr>
            </a:lvl2pPr>
            <a:lvl3pPr>
              <a:lnSpc>
                <a:spcPct val="100000"/>
              </a:lnSpc>
              <a:spcBef>
                <a:spcPts val="600"/>
              </a:spcBef>
              <a:spcAft>
                <a:spcPts val="400"/>
              </a:spcAft>
              <a:defRPr sz="1400">
                <a:solidFill>
                  <a:schemeClr val="bg1"/>
                </a:solidFill>
                <a:latin typeface="Arial" panose="020B0604020202020204" pitchFamily="34" charset="0"/>
                <a:cs typeface="Arial" panose="020B0604020202020204" pitchFamily="34" charset="0"/>
              </a:defRPr>
            </a:lvl3pPr>
            <a:lvl4pPr>
              <a:defRPr sz="1400">
                <a:solidFill>
                  <a:schemeClr val="bg1"/>
                </a:solidFill>
                <a:latin typeface="Arial" panose="020B0604020202020204" pitchFamily="34" charset="0"/>
                <a:cs typeface="Arial" panose="020B0604020202020204" pitchFamily="34" charset="0"/>
              </a:defRPr>
            </a:lvl4pPr>
            <a:lvl5pPr>
              <a:defRPr sz="1400">
                <a:solidFill>
                  <a:schemeClr val="bg1"/>
                </a:solidFill>
                <a:latin typeface="Arial" panose="020B0604020202020204" pitchFamily="34" charset="0"/>
                <a:cs typeface="Arial" panose="020B0604020202020204" pitchFamily="34" charset="0"/>
              </a:defRPr>
            </a:lvl5pPr>
          </a:lstStyle>
          <a:p>
            <a:pPr lvl="0" rtl="0"/>
            <a:r>
              <a:rPr lang="ru-RU" noProof="0" smtClean="0"/>
              <a:t>Образец текста</a:t>
            </a:r>
          </a:p>
        </p:txBody>
      </p:sp>
      <p:sp>
        <p:nvSpPr>
          <p:cNvPr id="35" name="Полилиния: Фигура 34">
            <a:extLst>
              <a:ext uri="{FF2B5EF4-FFF2-40B4-BE49-F238E27FC236}">
                <a16:creationId xmlns:a16="http://schemas.microsoft.com/office/drawing/2014/main" id="{62EEBF51-DCAD-4335-85E9-52801031A1BF}"/>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5" name="Номер слайда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rtlCol="0"/>
          <a:lstStyle>
            <a:lvl1pPr>
              <a:defRPr sz="1000">
                <a:solidFill>
                  <a:schemeClr val="bg1"/>
                </a:solidFill>
                <a:latin typeface="Trade Gothic LT Pro" panose="020B0503040303020004" pitchFamily="34" charset="0"/>
              </a:defRPr>
            </a:lvl1pPr>
          </a:lstStyle>
          <a:p>
            <a:pPr rtl="0"/>
            <a:fld id="{C263D6C4-4840-40CC-AC84-17E24B3B7BDE}" type="slidenum">
              <a:rPr lang="ru-RU" noProof="0" smtClean="0"/>
              <a:pPr/>
              <a:t>‹#›</a:t>
            </a:fld>
            <a:endParaRPr lang="ru-RU" noProof="0"/>
          </a:p>
        </p:txBody>
      </p:sp>
      <p:sp>
        <p:nvSpPr>
          <p:cNvPr id="13" name="Рисунок 12">
            <a:extLst>
              <a:ext uri="{FF2B5EF4-FFF2-40B4-BE49-F238E27FC236}">
                <a16:creationId xmlns:a16="http://schemas.microsoft.com/office/drawing/2014/main" id="{231B97CF-FD24-4932-8459-893B1AC73D33}"/>
              </a:ext>
            </a:extLst>
          </p:cNvPr>
          <p:cNvSpPr>
            <a:spLocks noGrp="1"/>
          </p:cNvSpPr>
          <p:nvPr>
            <p:ph type="pic" sz="quarter" idx="19" hasCustomPrompt="1"/>
          </p:nvPr>
        </p:nvSpPr>
        <p:spPr>
          <a:xfrm>
            <a:off x="-2" y="1352575"/>
            <a:ext cx="12192002" cy="2289897"/>
          </a:xfrm>
        </p:spPr>
        <p:txBody>
          <a:bodyPr rtlCol="0" anchor="ctr">
            <a:normAutofit/>
          </a:bodyPr>
          <a:lstStyle>
            <a:lvl1pPr marL="0" indent="0" algn="ctr">
              <a:buNone/>
              <a:defRPr sz="1400">
                <a:solidFill>
                  <a:schemeClr val="accent2"/>
                </a:solidFill>
                <a:latin typeface="Trade Gothic LT Pro" panose="020B0503040303020004" pitchFamily="34" charset="0"/>
              </a:defRPr>
            </a:lvl1pPr>
          </a:lstStyle>
          <a:p>
            <a:pPr rtl="0"/>
            <a:r>
              <a:rPr lang="ru-RU" noProof="0"/>
              <a:t>Вставка изображения</a:t>
            </a:r>
          </a:p>
        </p:txBody>
      </p:sp>
      <p:sp>
        <p:nvSpPr>
          <p:cNvPr id="36" name="Текст 22">
            <a:extLst>
              <a:ext uri="{FF2B5EF4-FFF2-40B4-BE49-F238E27FC236}">
                <a16:creationId xmlns:a16="http://schemas.microsoft.com/office/drawing/2014/main" id="{642D3CE0-C3B4-4F3F-A650-AB452B3AD4BA}"/>
              </a:ext>
            </a:extLst>
          </p:cNvPr>
          <p:cNvSpPr>
            <a:spLocks noGrp="1"/>
          </p:cNvSpPr>
          <p:nvPr>
            <p:ph type="body" sz="quarter" idx="20"/>
          </p:nvPr>
        </p:nvSpPr>
        <p:spPr>
          <a:xfrm>
            <a:off x="4444169" y="4240093"/>
            <a:ext cx="3293306" cy="1463040"/>
          </a:xfrm>
        </p:spPr>
        <p:txBody>
          <a:bodyPr lIns="0" tIns="0" rIns="0" bIns="0" rtlCol="0">
            <a:noAutofit/>
          </a:bodyPr>
          <a:lstStyle>
            <a:lvl1pPr marL="0" indent="0" algn="l">
              <a:lnSpc>
                <a:spcPct val="100000"/>
              </a:lnSpc>
              <a:spcBef>
                <a:spcPts val="600"/>
              </a:spcBef>
              <a:spcAft>
                <a:spcPts val="400"/>
              </a:spcAft>
              <a:buNone/>
              <a:defRPr sz="1400">
                <a:solidFill>
                  <a:schemeClr val="bg1"/>
                </a:solidFill>
                <a:latin typeface="+mn-lt"/>
                <a:cs typeface="Arial" panose="020B0604020202020204" pitchFamily="34" charset="0"/>
              </a:defRPr>
            </a:lvl1pPr>
            <a:lvl2pPr>
              <a:lnSpc>
                <a:spcPct val="100000"/>
              </a:lnSpc>
              <a:spcBef>
                <a:spcPts val="600"/>
              </a:spcBef>
              <a:spcAft>
                <a:spcPts val="400"/>
              </a:spcAft>
              <a:defRPr sz="1600">
                <a:solidFill>
                  <a:schemeClr val="bg1"/>
                </a:solidFill>
                <a:latin typeface="Arial" panose="020B0604020202020204" pitchFamily="34" charset="0"/>
                <a:cs typeface="Arial" panose="020B0604020202020204" pitchFamily="34" charset="0"/>
              </a:defRPr>
            </a:lvl2pPr>
            <a:lvl3pPr>
              <a:lnSpc>
                <a:spcPct val="100000"/>
              </a:lnSpc>
              <a:spcBef>
                <a:spcPts val="600"/>
              </a:spcBef>
              <a:spcAft>
                <a:spcPts val="400"/>
              </a:spcAft>
              <a:defRPr sz="1400">
                <a:solidFill>
                  <a:schemeClr val="bg1"/>
                </a:solidFill>
                <a:latin typeface="Arial" panose="020B0604020202020204" pitchFamily="34" charset="0"/>
                <a:cs typeface="Arial" panose="020B0604020202020204" pitchFamily="34" charset="0"/>
              </a:defRPr>
            </a:lvl3pPr>
            <a:lvl4pPr>
              <a:defRPr sz="1400">
                <a:solidFill>
                  <a:schemeClr val="bg1"/>
                </a:solidFill>
                <a:latin typeface="Arial" panose="020B0604020202020204" pitchFamily="34" charset="0"/>
                <a:cs typeface="Arial" panose="020B0604020202020204" pitchFamily="34" charset="0"/>
              </a:defRPr>
            </a:lvl4pPr>
            <a:lvl5pPr>
              <a:defRPr sz="1400">
                <a:solidFill>
                  <a:schemeClr val="bg1"/>
                </a:solidFill>
                <a:latin typeface="Arial" panose="020B0604020202020204" pitchFamily="34" charset="0"/>
                <a:cs typeface="Arial" panose="020B0604020202020204" pitchFamily="34" charset="0"/>
              </a:defRPr>
            </a:lvl5pPr>
          </a:lstStyle>
          <a:p>
            <a:pPr lvl="0" rtl="0"/>
            <a:r>
              <a:rPr lang="ru-RU" noProof="0" smtClean="0"/>
              <a:t>Образец текста</a:t>
            </a:r>
          </a:p>
        </p:txBody>
      </p:sp>
      <p:sp>
        <p:nvSpPr>
          <p:cNvPr id="37" name="Текст 22">
            <a:extLst>
              <a:ext uri="{FF2B5EF4-FFF2-40B4-BE49-F238E27FC236}">
                <a16:creationId xmlns:a16="http://schemas.microsoft.com/office/drawing/2014/main" id="{DBED2BB0-CDAD-40EE-8B35-C66DF45EE29D}"/>
              </a:ext>
            </a:extLst>
          </p:cNvPr>
          <p:cNvSpPr>
            <a:spLocks noGrp="1"/>
          </p:cNvSpPr>
          <p:nvPr>
            <p:ph type="body" sz="quarter" idx="21"/>
          </p:nvPr>
        </p:nvSpPr>
        <p:spPr>
          <a:xfrm>
            <a:off x="8346244" y="4240093"/>
            <a:ext cx="3293306" cy="1463040"/>
          </a:xfrm>
        </p:spPr>
        <p:txBody>
          <a:bodyPr lIns="0" tIns="0" rIns="0" bIns="0" rtlCol="0">
            <a:noAutofit/>
          </a:bodyPr>
          <a:lstStyle>
            <a:lvl1pPr marL="0" indent="0" algn="l">
              <a:lnSpc>
                <a:spcPct val="100000"/>
              </a:lnSpc>
              <a:spcBef>
                <a:spcPts val="600"/>
              </a:spcBef>
              <a:spcAft>
                <a:spcPts val="400"/>
              </a:spcAft>
              <a:buNone/>
              <a:defRPr sz="1400">
                <a:solidFill>
                  <a:schemeClr val="bg1"/>
                </a:solidFill>
                <a:latin typeface="+mn-lt"/>
                <a:cs typeface="Arial" panose="020B0604020202020204" pitchFamily="34" charset="0"/>
              </a:defRPr>
            </a:lvl1pPr>
            <a:lvl2pPr>
              <a:lnSpc>
                <a:spcPct val="100000"/>
              </a:lnSpc>
              <a:spcBef>
                <a:spcPts val="600"/>
              </a:spcBef>
              <a:spcAft>
                <a:spcPts val="400"/>
              </a:spcAft>
              <a:defRPr sz="1600">
                <a:solidFill>
                  <a:schemeClr val="bg1"/>
                </a:solidFill>
                <a:latin typeface="Arial" panose="020B0604020202020204" pitchFamily="34" charset="0"/>
                <a:cs typeface="Arial" panose="020B0604020202020204" pitchFamily="34" charset="0"/>
              </a:defRPr>
            </a:lvl2pPr>
            <a:lvl3pPr>
              <a:lnSpc>
                <a:spcPct val="100000"/>
              </a:lnSpc>
              <a:spcBef>
                <a:spcPts val="600"/>
              </a:spcBef>
              <a:spcAft>
                <a:spcPts val="400"/>
              </a:spcAft>
              <a:defRPr sz="1400">
                <a:solidFill>
                  <a:schemeClr val="bg1"/>
                </a:solidFill>
                <a:latin typeface="Arial" panose="020B0604020202020204" pitchFamily="34" charset="0"/>
                <a:cs typeface="Arial" panose="020B0604020202020204" pitchFamily="34" charset="0"/>
              </a:defRPr>
            </a:lvl3pPr>
            <a:lvl4pPr>
              <a:defRPr sz="1400">
                <a:solidFill>
                  <a:schemeClr val="bg1"/>
                </a:solidFill>
                <a:latin typeface="Arial" panose="020B0604020202020204" pitchFamily="34" charset="0"/>
                <a:cs typeface="Arial" panose="020B0604020202020204" pitchFamily="34" charset="0"/>
              </a:defRPr>
            </a:lvl4pPr>
            <a:lvl5pPr>
              <a:defRPr sz="1400">
                <a:solidFill>
                  <a:schemeClr val="bg1"/>
                </a:solidFill>
                <a:latin typeface="Arial" panose="020B0604020202020204" pitchFamily="34" charset="0"/>
                <a:cs typeface="Arial" panose="020B0604020202020204" pitchFamily="34" charset="0"/>
              </a:defRPr>
            </a:lvl5pPr>
          </a:lstStyle>
          <a:p>
            <a:pPr lvl="0" rtl="0"/>
            <a:r>
              <a:rPr lang="ru-RU" noProof="0" smtClean="0"/>
              <a:t>Образец текста</a:t>
            </a:r>
          </a:p>
        </p:txBody>
      </p:sp>
    </p:spTree>
    <p:extLst>
      <p:ext uri="{BB962C8B-B14F-4D97-AF65-F5344CB8AC3E}">
        <p14:creationId xmlns:p14="http://schemas.microsoft.com/office/powerpoint/2010/main" val="15447457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Фотография и текст">
    <p:bg>
      <p:bgPr>
        <a:solidFill>
          <a:schemeClr val="accent2"/>
        </a:solidFill>
        <a:effectLst/>
      </p:bgPr>
    </p:bg>
    <p:spTree>
      <p:nvGrpSpPr>
        <p:cNvPr id="1" name=""/>
        <p:cNvGrpSpPr/>
        <p:nvPr/>
      </p:nvGrpSpPr>
      <p:grpSpPr>
        <a:xfrm>
          <a:off x="0" y="0"/>
          <a:ext cx="0" cy="0"/>
          <a:chOff x="0" y="0"/>
          <a:chExt cx="0" cy="0"/>
        </a:xfrm>
      </p:grpSpPr>
      <p:sp>
        <p:nvSpPr>
          <p:cNvPr id="11" name="Прямоугольник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10" name="Полилиния: Фигура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ru-RU" noProof="0"/>
          </a:p>
        </p:txBody>
      </p:sp>
      <p:sp>
        <p:nvSpPr>
          <p:cNvPr id="18" name="Полилиния: Фигура 17">
            <a:extLst>
              <a:ext uri="{FF2B5EF4-FFF2-40B4-BE49-F238E27FC236}">
                <a16:creationId xmlns:a16="http://schemas.microsoft.com/office/drawing/2014/main" id="{E37145E9-AC61-47D5-9288-8789940F81B6}"/>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ru-RU" noProof="0"/>
          </a:p>
        </p:txBody>
      </p:sp>
      <p:sp>
        <p:nvSpPr>
          <p:cNvPr id="12" name="Полилиния: фигура 11">
            <a:extLst>
              <a:ext uri="{FF2B5EF4-FFF2-40B4-BE49-F238E27FC236}">
                <a16:creationId xmlns:a16="http://schemas.microsoft.com/office/drawing/2014/main" id="{A5E2B3ED-9A49-40A7-B8A3-62595FE513F9}"/>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8" name="Полилиния: Фигура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2" name="Заголовок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rtl="0"/>
            <a:r>
              <a:rPr lang="ru-RU" noProof="0" smtClean="0"/>
              <a:t>Образец заголовка</a:t>
            </a:r>
            <a:endParaRPr lang="ru-RU" noProof="0"/>
          </a:p>
        </p:txBody>
      </p:sp>
      <p:grpSp>
        <p:nvGrpSpPr>
          <p:cNvPr id="15" name="Группа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Полилиния: Фигура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17" name="Полилиния: Фигура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grpSp>
      <p:grpSp>
        <p:nvGrpSpPr>
          <p:cNvPr id="6" name="Группа 5">
            <a:extLst>
              <a:ext uri="{FF2B5EF4-FFF2-40B4-BE49-F238E27FC236}">
                <a16:creationId xmlns:a16="http://schemas.microsoft.com/office/drawing/2014/main" id="{D9EBF8BB-A805-4DDB-B459-082F99815B95}"/>
              </a:ext>
            </a:extLst>
          </p:cNvPr>
          <p:cNvGrpSpPr/>
          <p:nvPr userDrawn="1"/>
        </p:nvGrpSpPr>
        <p:grpSpPr>
          <a:xfrm>
            <a:off x="-1" y="1357409"/>
            <a:ext cx="12192001" cy="4846320"/>
            <a:chOff x="-1" y="1357409"/>
            <a:chExt cx="12192001" cy="4917518"/>
          </a:xfrm>
        </p:grpSpPr>
        <p:sp>
          <p:nvSpPr>
            <p:cNvPr id="19" name="Прямоугольник: Усеченный угол 18">
              <a:extLst>
                <a:ext uri="{FF2B5EF4-FFF2-40B4-BE49-F238E27FC236}">
                  <a16:creationId xmlns:a16="http://schemas.microsoft.com/office/drawing/2014/main" id="{5D638788-DD47-45E7-939A-FA108A818173}"/>
                </a:ext>
              </a:extLst>
            </p:cNvPr>
            <p:cNvSpPr/>
            <p:nvPr userDrawn="1"/>
          </p:nvSpPr>
          <p:spPr>
            <a:xfrm flipV="1">
              <a:off x="-1" y="1357409"/>
              <a:ext cx="12192000" cy="4917518"/>
            </a:xfrm>
            <a:prstGeom prst="snip1Rect">
              <a:avLst>
                <a:gd name="adj" fmla="val 0"/>
              </a:avLst>
            </a:prstGeom>
            <a:pattFill prst="dkVert">
              <a:fgClr>
                <a:srgbClr val="0C4360"/>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3" name="Прямоугольник: Усеченный угол 2">
              <a:extLst>
                <a:ext uri="{FF2B5EF4-FFF2-40B4-BE49-F238E27FC236}">
                  <a16:creationId xmlns:a16="http://schemas.microsoft.com/office/drawing/2014/main" id="{74BDECEF-EEFE-4332-B3B2-BDE4F82C10FC}"/>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grpSp>
      <p:sp>
        <p:nvSpPr>
          <p:cNvPr id="26" name="Текст 22">
            <a:extLst>
              <a:ext uri="{FF2B5EF4-FFF2-40B4-BE49-F238E27FC236}">
                <a16:creationId xmlns:a16="http://schemas.microsoft.com/office/drawing/2014/main" id="{2A19101D-7C37-42BF-8167-5391EA65EC3A}"/>
              </a:ext>
            </a:extLst>
          </p:cNvPr>
          <p:cNvSpPr>
            <a:spLocks noGrp="1"/>
          </p:cNvSpPr>
          <p:nvPr>
            <p:ph type="body" sz="quarter" idx="18"/>
          </p:nvPr>
        </p:nvSpPr>
        <p:spPr>
          <a:xfrm>
            <a:off x="542094" y="4240093"/>
            <a:ext cx="9402006" cy="1463040"/>
          </a:xfrm>
        </p:spPr>
        <p:txBody>
          <a:bodyPr lIns="0" tIns="0" rIns="0" bIns="0" rtlCol="0">
            <a:noAutofit/>
          </a:bodyPr>
          <a:lstStyle>
            <a:lvl1pPr marL="0" indent="0" algn="l">
              <a:lnSpc>
                <a:spcPct val="100000"/>
              </a:lnSpc>
              <a:spcBef>
                <a:spcPts val="300"/>
              </a:spcBef>
              <a:spcAft>
                <a:spcPts val="300"/>
              </a:spcAft>
              <a:buNone/>
              <a:defRPr sz="1400">
                <a:solidFill>
                  <a:schemeClr val="bg1"/>
                </a:solidFill>
                <a:latin typeface="+mn-lt"/>
                <a:cs typeface="Arial" panose="020B0604020202020204" pitchFamily="34" charset="0"/>
              </a:defRPr>
            </a:lvl1pPr>
            <a:lvl2pPr>
              <a:lnSpc>
                <a:spcPct val="100000"/>
              </a:lnSpc>
              <a:spcBef>
                <a:spcPts val="600"/>
              </a:spcBef>
              <a:spcAft>
                <a:spcPts val="400"/>
              </a:spcAft>
              <a:defRPr sz="1600">
                <a:solidFill>
                  <a:schemeClr val="bg1"/>
                </a:solidFill>
                <a:latin typeface="Arial" panose="020B0604020202020204" pitchFamily="34" charset="0"/>
                <a:cs typeface="Arial" panose="020B0604020202020204" pitchFamily="34" charset="0"/>
              </a:defRPr>
            </a:lvl2pPr>
            <a:lvl3pPr>
              <a:lnSpc>
                <a:spcPct val="100000"/>
              </a:lnSpc>
              <a:spcBef>
                <a:spcPts val="600"/>
              </a:spcBef>
              <a:spcAft>
                <a:spcPts val="400"/>
              </a:spcAft>
              <a:defRPr sz="1400">
                <a:solidFill>
                  <a:schemeClr val="bg1"/>
                </a:solidFill>
                <a:latin typeface="Arial" panose="020B0604020202020204" pitchFamily="34" charset="0"/>
                <a:cs typeface="Arial" panose="020B0604020202020204" pitchFamily="34" charset="0"/>
              </a:defRPr>
            </a:lvl3pPr>
            <a:lvl4pPr>
              <a:defRPr sz="1400">
                <a:solidFill>
                  <a:schemeClr val="bg1"/>
                </a:solidFill>
                <a:latin typeface="Arial" panose="020B0604020202020204" pitchFamily="34" charset="0"/>
                <a:cs typeface="Arial" panose="020B0604020202020204" pitchFamily="34" charset="0"/>
              </a:defRPr>
            </a:lvl4pPr>
            <a:lvl5pPr>
              <a:defRPr sz="1400">
                <a:solidFill>
                  <a:schemeClr val="bg1"/>
                </a:solidFill>
                <a:latin typeface="Arial" panose="020B0604020202020204" pitchFamily="34" charset="0"/>
                <a:cs typeface="Arial" panose="020B0604020202020204" pitchFamily="34" charset="0"/>
              </a:defRPr>
            </a:lvl5pPr>
          </a:lstStyle>
          <a:p>
            <a:pPr lvl="0" rtl="0"/>
            <a:r>
              <a:rPr lang="ru-RU" noProof="0" smtClean="0"/>
              <a:t>Образец текста</a:t>
            </a:r>
          </a:p>
        </p:txBody>
      </p:sp>
      <p:sp>
        <p:nvSpPr>
          <p:cNvPr id="35" name="Полилиния: Фигура 34">
            <a:extLst>
              <a:ext uri="{FF2B5EF4-FFF2-40B4-BE49-F238E27FC236}">
                <a16:creationId xmlns:a16="http://schemas.microsoft.com/office/drawing/2014/main" id="{62EEBF51-DCAD-4335-85E9-52801031A1BF}"/>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5" name="Номер слайда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rtlCol="0"/>
          <a:lstStyle>
            <a:lvl1pPr>
              <a:defRPr sz="1000">
                <a:solidFill>
                  <a:schemeClr val="bg1"/>
                </a:solidFill>
                <a:latin typeface="Trade Gothic LT Pro" panose="020B0503040303020004" pitchFamily="34" charset="0"/>
              </a:defRPr>
            </a:lvl1pPr>
          </a:lstStyle>
          <a:p>
            <a:pPr rtl="0"/>
            <a:fld id="{C263D6C4-4840-40CC-AC84-17E24B3B7BDE}" type="slidenum">
              <a:rPr lang="ru-RU" noProof="0" smtClean="0"/>
              <a:pPr/>
              <a:t>‹#›</a:t>
            </a:fld>
            <a:endParaRPr lang="ru-RU" noProof="0"/>
          </a:p>
        </p:txBody>
      </p:sp>
      <p:sp>
        <p:nvSpPr>
          <p:cNvPr id="13" name="Рисунок 12">
            <a:extLst>
              <a:ext uri="{FF2B5EF4-FFF2-40B4-BE49-F238E27FC236}">
                <a16:creationId xmlns:a16="http://schemas.microsoft.com/office/drawing/2014/main" id="{231B97CF-FD24-4932-8459-893B1AC73D33}"/>
              </a:ext>
            </a:extLst>
          </p:cNvPr>
          <p:cNvSpPr>
            <a:spLocks noGrp="1"/>
          </p:cNvSpPr>
          <p:nvPr>
            <p:ph type="pic" sz="quarter" idx="19" hasCustomPrompt="1"/>
          </p:nvPr>
        </p:nvSpPr>
        <p:spPr>
          <a:xfrm>
            <a:off x="-2" y="1352575"/>
            <a:ext cx="12192002" cy="2289897"/>
          </a:xfrm>
        </p:spPr>
        <p:txBody>
          <a:bodyPr rtlCol="0" anchor="ctr">
            <a:normAutofit/>
          </a:bodyPr>
          <a:lstStyle>
            <a:lvl1pPr marL="0" indent="0" algn="ctr">
              <a:buNone/>
              <a:defRPr sz="1400">
                <a:solidFill>
                  <a:schemeClr val="accent2"/>
                </a:solidFill>
                <a:latin typeface="Trade Gothic LT Pro" panose="020B0503040303020004" pitchFamily="34" charset="0"/>
              </a:defRPr>
            </a:lvl1pPr>
          </a:lstStyle>
          <a:p>
            <a:pPr rtl="0"/>
            <a:r>
              <a:rPr lang="ru-RU" noProof="0"/>
              <a:t>Вставка изображения</a:t>
            </a:r>
          </a:p>
        </p:txBody>
      </p:sp>
    </p:spTree>
    <p:extLst>
      <p:ext uri="{BB962C8B-B14F-4D97-AF65-F5344CB8AC3E}">
        <p14:creationId xmlns:p14="http://schemas.microsoft.com/office/powerpoint/2010/main" val="248682677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Рисунок с подписью">
    <p:bg>
      <p:bgPr>
        <a:solidFill>
          <a:schemeClr val="accent2"/>
        </a:solidFill>
        <a:effectLst/>
      </p:bgPr>
    </p:bg>
    <p:spTree>
      <p:nvGrpSpPr>
        <p:cNvPr id="1" name=""/>
        <p:cNvGrpSpPr/>
        <p:nvPr/>
      </p:nvGrpSpPr>
      <p:grpSpPr>
        <a:xfrm>
          <a:off x="0" y="0"/>
          <a:ext cx="0" cy="0"/>
          <a:chOff x="0" y="0"/>
          <a:chExt cx="0" cy="0"/>
        </a:xfrm>
      </p:grpSpPr>
      <p:sp>
        <p:nvSpPr>
          <p:cNvPr id="11" name="Прямоугольник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10" name="Полилиния: Фигура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ru-RU" noProof="0"/>
          </a:p>
        </p:txBody>
      </p:sp>
      <p:sp>
        <p:nvSpPr>
          <p:cNvPr id="18" name="Полилиния: Фигура 17">
            <a:extLst>
              <a:ext uri="{FF2B5EF4-FFF2-40B4-BE49-F238E27FC236}">
                <a16:creationId xmlns:a16="http://schemas.microsoft.com/office/drawing/2014/main" id="{E37145E9-AC61-47D5-9288-8789940F81B6}"/>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ru-RU" noProof="0"/>
          </a:p>
        </p:txBody>
      </p:sp>
      <p:sp>
        <p:nvSpPr>
          <p:cNvPr id="12" name="Полилиния: фигура 11">
            <a:extLst>
              <a:ext uri="{FF2B5EF4-FFF2-40B4-BE49-F238E27FC236}">
                <a16:creationId xmlns:a16="http://schemas.microsoft.com/office/drawing/2014/main" id="{A5E2B3ED-9A49-40A7-B8A3-62595FE513F9}"/>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8" name="Полилиния: Фигура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2" name="Заголовок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rtl="0"/>
            <a:r>
              <a:rPr lang="ru-RU" noProof="0" smtClean="0"/>
              <a:t>Образец заголовка</a:t>
            </a:r>
            <a:endParaRPr lang="ru-RU" noProof="0"/>
          </a:p>
        </p:txBody>
      </p:sp>
      <p:grpSp>
        <p:nvGrpSpPr>
          <p:cNvPr id="15" name="Группа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Полилиния: Фигура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17" name="Полилиния: Фигура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grpSp>
      <p:grpSp>
        <p:nvGrpSpPr>
          <p:cNvPr id="6" name="Группа 5">
            <a:extLst>
              <a:ext uri="{FF2B5EF4-FFF2-40B4-BE49-F238E27FC236}">
                <a16:creationId xmlns:a16="http://schemas.microsoft.com/office/drawing/2014/main" id="{D9EBF8BB-A805-4DDB-B459-082F99815B95}"/>
              </a:ext>
            </a:extLst>
          </p:cNvPr>
          <p:cNvGrpSpPr/>
          <p:nvPr userDrawn="1"/>
        </p:nvGrpSpPr>
        <p:grpSpPr>
          <a:xfrm>
            <a:off x="-1" y="1357409"/>
            <a:ext cx="12192001" cy="4846320"/>
            <a:chOff x="-1" y="1357409"/>
            <a:chExt cx="12192001" cy="4917518"/>
          </a:xfrm>
        </p:grpSpPr>
        <p:sp>
          <p:nvSpPr>
            <p:cNvPr id="19" name="Прямоугольник: Усеченный угол 18">
              <a:extLst>
                <a:ext uri="{FF2B5EF4-FFF2-40B4-BE49-F238E27FC236}">
                  <a16:creationId xmlns:a16="http://schemas.microsoft.com/office/drawing/2014/main" id="{5D638788-DD47-45E7-939A-FA108A818173}"/>
                </a:ext>
              </a:extLst>
            </p:cNvPr>
            <p:cNvSpPr/>
            <p:nvPr userDrawn="1"/>
          </p:nvSpPr>
          <p:spPr>
            <a:xfrm flipV="1">
              <a:off x="-1" y="1357409"/>
              <a:ext cx="12192000" cy="4917518"/>
            </a:xfrm>
            <a:prstGeom prst="snip1Rect">
              <a:avLst>
                <a:gd name="adj" fmla="val 0"/>
              </a:avLst>
            </a:prstGeom>
            <a:pattFill prst="dkVert">
              <a:fgClr>
                <a:srgbClr val="0C4360"/>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3" name="Прямоугольник: Усеченный угол 2">
              <a:extLst>
                <a:ext uri="{FF2B5EF4-FFF2-40B4-BE49-F238E27FC236}">
                  <a16:creationId xmlns:a16="http://schemas.microsoft.com/office/drawing/2014/main" id="{74BDECEF-EEFE-4332-B3B2-BDE4F82C10FC}"/>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grpSp>
      <p:sp>
        <p:nvSpPr>
          <p:cNvPr id="35" name="Полилиния: Фигура 34">
            <a:extLst>
              <a:ext uri="{FF2B5EF4-FFF2-40B4-BE49-F238E27FC236}">
                <a16:creationId xmlns:a16="http://schemas.microsoft.com/office/drawing/2014/main" id="{62EEBF51-DCAD-4335-85E9-52801031A1BF}"/>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5" name="Номер слайда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rtlCol="0"/>
          <a:lstStyle>
            <a:lvl1pPr>
              <a:defRPr sz="1000">
                <a:solidFill>
                  <a:schemeClr val="bg1"/>
                </a:solidFill>
                <a:latin typeface="Trade Gothic LT Pro" panose="020B0503040303020004" pitchFamily="34" charset="0"/>
              </a:defRPr>
            </a:lvl1pPr>
          </a:lstStyle>
          <a:p>
            <a:pPr rtl="0"/>
            <a:fld id="{C263D6C4-4840-40CC-AC84-17E24B3B7BDE}" type="slidenum">
              <a:rPr lang="ru-RU" noProof="0" smtClean="0"/>
              <a:pPr/>
              <a:t>‹#›</a:t>
            </a:fld>
            <a:endParaRPr lang="ru-RU" noProof="0"/>
          </a:p>
        </p:txBody>
      </p:sp>
      <p:sp>
        <p:nvSpPr>
          <p:cNvPr id="20" name="Рисунок 2">
            <a:extLst>
              <a:ext uri="{FF2B5EF4-FFF2-40B4-BE49-F238E27FC236}">
                <a16:creationId xmlns:a16="http://schemas.microsoft.com/office/drawing/2014/main" id="{30B3A574-7940-4E35-857E-5CA35A5910E5}"/>
              </a:ext>
            </a:extLst>
          </p:cNvPr>
          <p:cNvSpPr>
            <a:spLocks noGrp="1"/>
          </p:cNvSpPr>
          <p:nvPr>
            <p:ph type="pic" idx="1"/>
          </p:nvPr>
        </p:nvSpPr>
        <p:spPr>
          <a:xfrm>
            <a:off x="4110087" y="1444649"/>
            <a:ext cx="7548513" cy="4579079"/>
          </a:xfrm>
        </p:spPr>
        <p:txBody>
          <a:bodyPr rtlCol="0">
            <a:normAutofit/>
          </a:bodyPr>
          <a:lstStyle>
            <a:lvl1pPr marL="0" indent="0">
              <a:buNone/>
              <a:defRPr sz="24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rtl="0"/>
            <a:r>
              <a:rPr lang="ru-RU" noProof="0" smtClean="0"/>
              <a:t>Вставка рисунка</a:t>
            </a:r>
            <a:endParaRPr lang="ru-RU" noProof="0"/>
          </a:p>
        </p:txBody>
      </p:sp>
      <p:sp>
        <p:nvSpPr>
          <p:cNvPr id="21" name="Текст 3">
            <a:extLst>
              <a:ext uri="{FF2B5EF4-FFF2-40B4-BE49-F238E27FC236}">
                <a16:creationId xmlns:a16="http://schemas.microsoft.com/office/drawing/2014/main" id="{912B51EA-3E6F-4BF6-BE48-62128AF32B85}"/>
              </a:ext>
            </a:extLst>
          </p:cNvPr>
          <p:cNvSpPr>
            <a:spLocks noGrp="1"/>
          </p:cNvSpPr>
          <p:nvPr>
            <p:ph type="body" sz="half" idx="2"/>
          </p:nvPr>
        </p:nvSpPr>
        <p:spPr>
          <a:xfrm>
            <a:off x="443366" y="1444649"/>
            <a:ext cx="3365063" cy="4579079"/>
          </a:xfrm>
        </p:spPr>
        <p:txBody>
          <a:bodyPr rtlCol="0"/>
          <a:lstStyle>
            <a:lvl1pPr marL="0" indent="0">
              <a:buFont typeface="Arial" panose="020B0604020202020204" pitchFamily="34" charset="0"/>
              <a:buNone/>
              <a:defRPr sz="16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rtl="0"/>
            <a:r>
              <a:rPr lang="ru-RU" noProof="0" smtClean="0"/>
              <a:t>Образец текста</a:t>
            </a:r>
          </a:p>
        </p:txBody>
      </p:sp>
    </p:spTree>
    <p:extLst>
      <p:ext uri="{BB962C8B-B14F-4D97-AF65-F5344CB8AC3E}">
        <p14:creationId xmlns:p14="http://schemas.microsoft.com/office/powerpoint/2010/main" val="154065017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Объект с подписью">
    <p:bg>
      <p:bgPr>
        <a:solidFill>
          <a:schemeClr val="accent2"/>
        </a:solidFill>
        <a:effectLst/>
      </p:bgPr>
    </p:bg>
    <p:spTree>
      <p:nvGrpSpPr>
        <p:cNvPr id="1" name=""/>
        <p:cNvGrpSpPr/>
        <p:nvPr/>
      </p:nvGrpSpPr>
      <p:grpSpPr>
        <a:xfrm>
          <a:off x="0" y="0"/>
          <a:ext cx="0" cy="0"/>
          <a:chOff x="0" y="0"/>
          <a:chExt cx="0" cy="0"/>
        </a:xfrm>
      </p:grpSpPr>
      <p:sp>
        <p:nvSpPr>
          <p:cNvPr id="11" name="Прямоугольник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10" name="Полилиния: Фигура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ru-RU" noProof="0"/>
          </a:p>
        </p:txBody>
      </p:sp>
      <p:sp>
        <p:nvSpPr>
          <p:cNvPr id="18" name="Полилиния: Фигура 17">
            <a:extLst>
              <a:ext uri="{FF2B5EF4-FFF2-40B4-BE49-F238E27FC236}">
                <a16:creationId xmlns:a16="http://schemas.microsoft.com/office/drawing/2014/main" id="{E37145E9-AC61-47D5-9288-8789940F81B6}"/>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ru-RU" noProof="0"/>
          </a:p>
        </p:txBody>
      </p:sp>
      <p:sp>
        <p:nvSpPr>
          <p:cNvPr id="12" name="Полилиния: фигура 11">
            <a:extLst>
              <a:ext uri="{FF2B5EF4-FFF2-40B4-BE49-F238E27FC236}">
                <a16:creationId xmlns:a16="http://schemas.microsoft.com/office/drawing/2014/main" id="{A5E2B3ED-9A49-40A7-B8A3-62595FE513F9}"/>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8" name="Полилиния: Фигура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2" name="Заголовок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rtl="0"/>
            <a:r>
              <a:rPr lang="ru-RU" noProof="0" smtClean="0"/>
              <a:t>Образец заголовка</a:t>
            </a:r>
            <a:endParaRPr lang="ru-RU" noProof="0"/>
          </a:p>
        </p:txBody>
      </p:sp>
      <p:grpSp>
        <p:nvGrpSpPr>
          <p:cNvPr id="15" name="Группа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Полилиния: Фигура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17" name="Полилиния: Фигура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grpSp>
      <p:grpSp>
        <p:nvGrpSpPr>
          <p:cNvPr id="6" name="Группа 5">
            <a:extLst>
              <a:ext uri="{FF2B5EF4-FFF2-40B4-BE49-F238E27FC236}">
                <a16:creationId xmlns:a16="http://schemas.microsoft.com/office/drawing/2014/main" id="{D9EBF8BB-A805-4DDB-B459-082F99815B95}"/>
              </a:ext>
            </a:extLst>
          </p:cNvPr>
          <p:cNvGrpSpPr/>
          <p:nvPr userDrawn="1"/>
        </p:nvGrpSpPr>
        <p:grpSpPr>
          <a:xfrm>
            <a:off x="-1" y="1357409"/>
            <a:ext cx="12192001" cy="4846320"/>
            <a:chOff x="-1" y="1357409"/>
            <a:chExt cx="12192001" cy="4917518"/>
          </a:xfrm>
        </p:grpSpPr>
        <p:sp>
          <p:nvSpPr>
            <p:cNvPr id="19" name="Прямоугольник: Усеченный угол 18">
              <a:extLst>
                <a:ext uri="{FF2B5EF4-FFF2-40B4-BE49-F238E27FC236}">
                  <a16:creationId xmlns:a16="http://schemas.microsoft.com/office/drawing/2014/main" id="{5D638788-DD47-45E7-939A-FA108A818173}"/>
                </a:ext>
              </a:extLst>
            </p:cNvPr>
            <p:cNvSpPr/>
            <p:nvPr userDrawn="1"/>
          </p:nvSpPr>
          <p:spPr>
            <a:xfrm flipV="1">
              <a:off x="-1" y="1357409"/>
              <a:ext cx="12192000" cy="4917518"/>
            </a:xfrm>
            <a:prstGeom prst="snip1Rect">
              <a:avLst>
                <a:gd name="adj" fmla="val 0"/>
              </a:avLst>
            </a:prstGeom>
            <a:pattFill prst="dkVert">
              <a:fgClr>
                <a:srgbClr val="0C4360"/>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3" name="Прямоугольник: Усеченный угол 2">
              <a:extLst>
                <a:ext uri="{FF2B5EF4-FFF2-40B4-BE49-F238E27FC236}">
                  <a16:creationId xmlns:a16="http://schemas.microsoft.com/office/drawing/2014/main" id="{74BDECEF-EEFE-4332-B3B2-BDE4F82C10FC}"/>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grpSp>
      <p:sp>
        <p:nvSpPr>
          <p:cNvPr id="35" name="Полилиния: Фигура 34">
            <a:extLst>
              <a:ext uri="{FF2B5EF4-FFF2-40B4-BE49-F238E27FC236}">
                <a16:creationId xmlns:a16="http://schemas.microsoft.com/office/drawing/2014/main" id="{62EEBF51-DCAD-4335-85E9-52801031A1BF}"/>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5" name="Номер слайда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rtlCol="0"/>
          <a:lstStyle>
            <a:lvl1pPr>
              <a:defRPr sz="1000">
                <a:solidFill>
                  <a:schemeClr val="bg1"/>
                </a:solidFill>
                <a:latin typeface="Trade Gothic LT Pro" panose="020B0503040303020004" pitchFamily="34" charset="0"/>
              </a:defRPr>
            </a:lvl1pPr>
          </a:lstStyle>
          <a:p>
            <a:pPr rtl="0"/>
            <a:fld id="{C263D6C4-4840-40CC-AC84-17E24B3B7BDE}" type="slidenum">
              <a:rPr lang="ru-RU" noProof="0" smtClean="0"/>
              <a:pPr/>
              <a:t>‹#›</a:t>
            </a:fld>
            <a:endParaRPr lang="ru-RU" noProof="0"/>
          </a:p>
        </p:txBody>
      </p:sp>
      <p:sp>
        <p:nvSpPr>
          <p:cNvPr id="21" name="Текст 3">
            <a:extLst>
              <a:ext uri="{FF2B5EF4-FFF2-40B4-BE49-F238E27FC236}">
                <a16:creationId xmlns:a16="http://schemas.microsoft.com/office/drawing/2014/main" id="{912B51EA-3E6F-4BF6-BE48-62128AF32B85}"/>
              </a:ext>
            </a:extLst>
          </p:cNvPr>
          <p:cNvSpPr>
            <a:spLocks noGrp="1"/>
          </p:cNvSpPr>
          <p:nvPr>
            <p:ph type="body" sz="half" idx="2"/>
          </p:nvPr>
        </p:nvSpPr>
        <p:spPr>
          <a:xfrm>
            <a:off x="443366" y="1444649"/>
            <a:ext cx="3365063" cy="4579079"/>
          </a:xfrm>
        </p:spPr>
        <p:txBody>
          <a:bodyPr rtlCol="0"/>
          <a:lstStyle>
            <a:lvl1pPr marL="0" indent="0">
              <a:buFont typeface="Arial" panose="020B0604020202020204" pitchFamily="34" charset="0"/>
              <a:buNone/>
              <a:defRPr sz="16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rtl="0"/>
            <a:r>
              <a:rPr lang="ru-RU" noProof="0" smtClean="0"/>
              <a:t>Образец текста</a:t>
            </a:r>
          </a:p>
        </p:txBody>
      </p:sp>
      <p:sp>
        <p:nvSpPr>
          <p:cNvPr id="22" name="Объект 2">
            <a:extLst>
              <a:ext uri="{FF2B5EF4-FFF2-40B4-BE49-F238E27FC236}">
                <a16:creationId xmlns:a16="http://schemas.microsoft.com/office/drawing/2014/main" id="{A015C605-1D30-48BC-A0D6-3B11AF56CC53}"/>
              </a:ext>
            </a:extLst>
          </p:cNvPr>
          <p:cNvSpPr>
            <a:spLocks noGrp="1"/>
          </p:cNvSpPr>
          <p:nvPr>
            <p:ph idx="1"/>
          </p:nvPr>
        </p:nvSpPr>
        <p:spPr>
          <a:xfrm>
            <a:off x="3964290" y="1444649"/>
            <a:ext cx="7694310" cy="4579079"/>
          </a:xfrm>
        </p:spPr>
        <p:txBody>
          <a:bodyPr rtlCol="0">
            <a:normAutofit/>
          </a:bodyPr>
          <a:lstStyle>
            <a:lvl1pPr>
              <a:defRPr sz="2400">
                <a:solidFill>
                  <a:schemeClr val="bg1"/>
                </a:solidFill>
              </a:defRPr>
            </a:lvl1pPr>
            <a:lvl2pPr>
              <a:defRPr sz="2000">
                <a:solidFill>
                  <a:schemeClr val="bg1"/>
                </a:solidFill>
              </a:defRPr>
            </a:lvl2pPr>
            <a:lvl3pPr>
              <a:defRPr sz="1800">
                <a:solidFill>
                  <a:schemeClr val="bg1"/>
                </a:solidFill>
              </a:defRPr>
            </a:lvl3pPr>
            <a:lvl4pPr>
              <a:defRPr sz="1600">
                <a:solidFill>
                  <a:schemeClr val="bg1"/>
                </a:solidFill>
              </a:defRPr>
            </a:lvl4pPr>
            <a:lvl5pPr>
              <a:defRPr sz="1600">
                <a:solidFill>
                  <a:schemeClr val="bg1"/>
                </a:solidFill>
              </a:defRPr>
            </a:lvl5pPr>
            <a:lvl6pPr>
              <a:defRPr sz="2000"/>
            </a:lvl6pPr>
            <a:lvl7pPr>
              <a:defRPr sz="2000"/>
            </a:lvl7pPr>
            <a:lvl8pPr>
              <a:defRPr sz="2000"/>
            </a:lvl8pPr>
            <a:lvl9pPr>
              <a:defRPr sz="2000"/>
            </a:lvl9pPr>
          </a:lstStyle>
          <a:p>
            <a:pPr lvl="0" rtl="0"/>
            <a:r>
              <a:rPr lang="ru-RU" noProof="0" smtClean="0"/>
              <a:t>Образец текста</a:t>
            </a:r>
          </a:p>
          <a:p>
            <a:pPr lvl="1" rtl="0"/>
            <a:r>
              <a:rPr lang="ru-RU" noProof="0" smtClean="0"/>
              <a:t>Второй уровень</a:t>
            </a:r>
          </a:p>
          <a:p>
            <a:pPr lvl="2" rtl="0"/>
            <a:r>
              <a:rPr lang="ru-RU" noProof="0" smtClean="0"/>
              <a:t>Третий уровень</a:t>
            </a:r>
          </a:p>
          <a:p>
            <a:pPr lvl="3" rtl="0"/>
            <a:r>
              <a:rPr lang="ru-RU" noProof="0" smtClean="0"/>
              <a:t>Четвертый уровень</a:t>
            </a:r>
          </a:p>
          <a:p>
            <a:pPr lvl="4" rtl="0"/>
            <a:r>
              <a:rPr lang="ru-RU" noProof="0" smtClean="0"/>
              <a:t>Пятый уровень</a:t>
            </a:r>
            <a:endParaRPr lang="ru-RU" noProof="0"/>
          </a:p>
        </p:txBody>
      </p:sp>
    </p:spTree>
    <p:extLst>
      <p:ext uri="{BB962C8B-B14F-4D97-AF65-F5344CB8AC3E}">
        <p14:creationId xmlns:p14="http://schemas.microsoft.com/office/powerpoint/2010/main" val="121298954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Пустой слайд">
    <p:spTree>
      <p:nvGrpSpPr>
        <p:cNvPr id="1" name=""/>
        <p:cNvGrpSpPr/>
        <p:nvPr/>
      </p:nvGrpSpPr>
      <p:grpSpPr>
        <a:xfrm>
          <a:off x="0" y="0"/>
          <a:ext cx="0" cy="0"/>
          <a:chOff x="0" y="0"/>
          <a:chExt cx="0" cy="0"/>
        </a:xfrm>
      </p:grpSpPr>
      <p:sp>
        <p:nvSpPr>
          <p:cNvPr id="18" name="Прямоугольник 17">
            <a:extLst>
              <a:ext uri="{FF2B5EF4-FFF2-40B4-BE49-F238E27FC236}">
                <a16:creationId xmlns:a16="http://schemas.microsoft.com/office/drawing/2014/main" id="{D4494CD2-CCDD-0248-96F8-741002C44255}"/>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19" name="Полилиния: фигура 9">
            <a:extLst>
              <a:ext uri="{FF2B5EF4-FFF2-40B4-BE49-F238E27FC236}">
                <a16:creationId xmlns:a16="http://schemas.microsoft.com/office/drawing/2014/main" id="{07077B00-C1EE-7241-B441-7814F92A7EDF}"/>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ru-RU" noProof="0"/>
          </a:p>
        </p:txBody>
      </p:sp>
      <p:sp>
        <p:nvSpPr>
          <p:cNvPr id="20" name="Полилиния: Фигура 17">
            <a:extLst>
              <a:ext uri="{FF2B5EF4-FFF2-40B4-BE49-F238E27FC236}">
                <a16:creationId xmlns:a16="http://schemas.microsoft.com/office/drawing/2014/main" id="{3A1AEBC4-637E-F64C-9192-69AC4BB26D0C}"/>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ru-RU" noProof="0"/>
          </a:p>
        </p:txBody>
      </p:sp>
      <p:sp>
        <p:nvSpPr>
          <p:cNvPr id="21" name="Полилиния: фигура 11">
            <a:extLst>
              <a:ext uri="{FF2B5EF4-FFF2-40B4-BE49-F238E27FC236}">
                <a16:creationId xmlns:a16="http://schemas.microsoft.com/office/drawing/2014/main" id="{669A7039-C54C-8E46-9A8B-DDB2547D989C}"/>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22" name="Полилиния: Фигура 7">
            <a:extLst>
              <a:ext uri="{FF2B5EF4-FFF2-40B4-BE49-F238E27FC236}">
                <a16:creationId xmlns:a16="http://schemas.microsoft.com/office/drawing/2014/main" id="{4F173B32-87BB-9A40-8C91-4C1EED2B7ABF}"/>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grpSp>
        <p:nvGrpSpPr>
          <p:cNvPr id="24" name="Группа 23">
            <a:extLst>
              <a:ext uri="{FF2B5EF4-FFF2-40B4-BE49-F238E27FC236}">
                <a16:creationId xmlns:a16="http://schemas.microsoft.com/office/drawing/2014/main" id="{4AC87F4E-12B5-1B42-AFD2-4DB39B7645C9}"/>
              </a:ext>
            </a:extLst>
          </p:cNvPr>
          <p:cNvGrpSpPr/>
          <p:nvPr userDrawn="1"/>
        </p:nvGrpSpPr>
        <p:grpSpPr>
          <a:xfrm rot="16200000">
            <a:off x="499388" y="-322655"/>
            <a:ext cx="535531" cy="645309"/>
            <a:chOff x="10945855" y="7317026"/>
            <a:chExt cx="2483924" cy="2993104"/>
          </a:xfrm>
        </p:grpSpPr>
        <p:sp>
          <p:nvSpPr>
            <p:cNvPr id="25" name="Полилиния: Фигура 15">
              <a:extLst>
                <a:ext uri="{FF2B5EF4-FFF2-40B4-BE49-F238E27FC236}">
                  <a16:creationId xmlns:a16="http://schemas.microsoft.com/office/drawing/2014/main" id="{03DD8765-59DF-A045-ADB5-E39FAEE153A0}"/>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26" name="Полилиния: Фигура 16">
              <a:extLst>
                <a:ext uri="{FF2B5EF4-FFF2-40B4-BE49-F238E27FC236}">
                  <a16:creationId xmlns:a16="http://schemas.microsoft.com/office/drawing/2014/main" id="{B34B796C-A407-7B4D-B4F0-E58A44FE8DB4}"/>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grpSp>
      <p:sp>
        <p:nvSpPr>
          <p:cNvPr id="30" name="Полилиния: Фигура 23">
            <a:extLst>
              <a:ext uri="{FF2B5EF4-FFF2-40B4-BE49-F238E27FC236}">
                <a16:creationId xmlns:a16="http://schemas.microsoft.com/office/drawing/2014/main" id="{CBE3FDC9-67CB-FA42-B127-A36BFF4678BB}"/>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31" name="Номер слайда 4">
            <a:extLst>
              <a:ext uri="{FF2B5EF4-FFF2-40B4-BE49-F238E27FC236}">
                <a16:creationId xmlns:a16="http://schemas.microsoft.com/office/drawing/2014/main" id="{1E902BFF-CA8F-D745-A819-A7BB38B30ED9}"/>
              </a:ext>
            </a:extLst>
          </p:cNvPr>
          <p:cNvSpPr>
            <a:spLocks noGrp="1"/>
          </p:cNvSpPr>
          <p:nvPr>
            <p:ph type="sldNum" sz="quarter" idx="12"/>
          </p:nvPr>
        </p:nvSpPr>
        <p:spPr>
          <a:xfrm>
            <a:off x="11252200" y="6315075"/>
            <a:ext cx="406400" cy="365125"/>
          </a:xfrm>
        </p:spPr>
        <p:txBody>
          <a:bodyPr rtlCol="0"/>
          <a:lstStyle>
            <a:lvl1pPr>
              <a:defRPr sz="1000">
                <a:solidFill>
                  <a:schemeClr val="bg1"/>
                </a:solidFill>
                <a:latin typeface="Trade Gothic LT Pro" panose="020B0503040303020004" pitchFamily="34" charset="0"/>
              </a:defRPr>
            </a:lvl1pPr>
          </a:lstStyle>
          <a:p>
            <a:pPr rtl="0"/>
            <a:fld id="{C263D6C4-4840-40CC-AC84-17E24B3B7BDE}" type="slidenum">
              <a:rPr lang="ru-RU" noProof="0" smtClean="0"/>
              <a:pPr/>
              <a:t>‹#›</a:t>
            </a:fld>
            <a:endParaRPr lang="ru-RU" noProof="0"/>
          </a:p>
        </p:txBody>
      </p:sp>
    </p:spTree>
    <p:extLst>
      <p:ext uri="{BB962C8B-B14F-4D97-AF65-F5344CB8AC3E}">
        <p14:creationId xmlns:p14="http://schemas.microsoft.com/office/powerpoint/2010/main" val="267230474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Спасибо (1)">
    <p:spTree>
      <p:nvGrpSpPr>
        <p:cNvPr id="1" name=""/>
        <p:cNvGrpSpPr/>
        <p:nvPr/>
      </p:nvGrpSpPr>
      <p:grpSpPr>
        <a:xfrm>
          <a:off x="0" y="0"/>
          <a:ext cx="0" cy="0"/>
          <a:chOff x="0" y="0"/>
          <a:chExt cx="0" cy="0"/>
        </a:xfrm>
      </p:grpSpPr>
      <p:sp>
        <p:nvSpPr>
          <p:cNvPr id="21" name="Прямоугольник 20">
            <a:extLst>
              <a:ext uri="{FF2B5EF4-FFF2-40B4-BE49-F238E27FC236}">
                <a16:creationId xmlns:a16="http://schemas.microsoft.com/office/drawing/2014/main" id="{6E739168-A5E8-443A-B392-7AD4CF8977AD}"/>
              </a:ext>
            </a:extLst>
          </p:cNvPr>
          <p:cNvSpPr/>
          <p:nvPr userDrawn="1"/>
        </p:nvSpPr>
        <p:spPr>
          <a:xfrm>
            <a:off x="0" y="0"/>
            <a:ext cx="121920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15" name="Полилиния: Фигура 14">
            <a:extLst>
              <a:ext uri="{FF2B5EF4-FFF2-40B4-BE49-F238E27FC236}">
                <a16:creationId xmlns:a16="http://schemas.microsoft.com/office/drawing/2014/main" id="{41E10E1E-5268-4F03-BA64-07E19DE26739}"/>
              </a:ext>
            </a:extLst>
          </p:cNvPr>
          <p:cNvSpPr/>
          <p:nvPr/>
        </p:nvSpPr>
        <p:spPr>
          <a:xfrm flipH="1">
            <a:off x="-16297" y="0"/>
            <a:ext cx="12208298" cy="6858000"/>
          </a:xfrm>
          <a:custGeom>
            <a:avLst/>
            <a:gdLst>
              <a:gd name="connsiteX0" fmla="*/ 8574289 w 12208298"/>
              <a:gd name="connsiteY0" fmla="*/ 0 h 6858000"/>
              <a:gd name="connsiteX1" fmla="*/ 0 w 12208298"/>
              <a:gd name="connsiteY1" fmla="*/ 0 h 6858000"/>
              <a:gd name="connsiteX2" fmla="*/ 0 w 12208298"/>
              <a:gd name="connsiteY2" fmla="*/ 6858000 h 6858000"/>
              <a:gd name="connsiteX3" fmla="*/ 532109 w 12208298"/>
              <a:gd name="connsiteY3" fmla="*/ 6858000 h 6858000"/>
              <a:gd name="connsiteX4" fmla="*/ 11495317 w 12208298"/>
              <a:gd name="connsiteY4" fmla="*/ 6858000 h 6858000"/>
              <a:gd name="connsiteX5" fmla="*/ 12208298 w 12208298"/>
              <a:gd name="connsiteY5" fmla="*/ 6858000 h 6858000"/>
              <a:gd name="connsiteX6" fmla="*/ 12208298 w 12208298"/>
              <a:gd name="connsiteY6" fmla="*/ 3146781 h 6858000"/>
              <a:gd name="connsiteX7" fmla="*/ 10353284 w 12208298"/>
              <a:gd name="connsiteY7" fmla="*/ 1291767 h 6858000"/>
              <a:gd name="connsiteX8" fmla="*/ 9866056 w 12208298"/>
              <a:gd name="connsiteY8" fmla="*/ 129176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208298" h="6858000">
                <a:moveTo>
                  <a:pt x="8574289" y="0"/>
                </a:moveTo>
                <a:lnTo>
                  <a:pt x="0" y="0"/>
                </a:lnTo>
                <a:lnTo>
                  <a:pt x="0" y="6858000"/>
                </a:lnTo>
                <a:lnTo>
                  <a:pt x="532109" y="6858000"/>
                </a:lnTo>
                <a:lnTo>
                  <a:pt x="11495317" y="6858000"/>
                </a:lnTo>
                <a:lnTo>
                  <a:pt x="12208298" y="6858000"/>
                </a:lnTo>
                <a:lnTo>
                  <a:pt x="12208298" y="3146781"/>
                </a:lnTo>
                <a:lnTo>
                  <a:pt x="10353284" y="1291767"/>
                </a:lnTo>
                <a:lnTo>
                  <a:pt x="9866056" y="1291767"/>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16" name="Полилиния: фигура 15">
            <a:extLst>
              <a:ext uri="{FF2B5EF4-FFF2-40B4-BE49-F238E27FC236}">
                <a16:creationId xmlns:a16="http://schemas.microsoft.com/office/drawing/2014/main" id="{B989C45D-BDFF-418F-BE79-03FF70015770}"/>
              </a:ext>
            </a:extLst>
          </p:cNvPr>
          <p:cNvSpPr/>
          <p:nvPr/>
        </p:nvSpPr>
        <p:spPr>
          <a:xfrm rot="5400000" flipH="1" flipV="1">
            <a:off x="2667000" y="-2667001"/>
            <a:ext cx="6858000" cy="12192002"/>
          </a:xfrm>
          <a:custGeom>
            <a:avLst/>
            <a:gdLst>
              <a:gd name="connsiteX0" fmla="*/ 6858000 w 6858000"/>
              <a:gd name="connsiteY0" fmla="*/ 3871658 h 12192002"/>
              <a:gd name="connsiteX1" fmla="*/ 6858000 w 6858000"/>
              <a:gd name="connsiteY1" fmla="*/ 12192002 h 12192002"/>
              <a:gd name="connsiteX2" fmla="*/ 5363029 w 6858000"/>
              <a:gd name="connsiteY2" fmla="*/ 12192002 h 12192002"/>
              <a:gd name="connsiteX3" fmla="*/ 5363029 w 6858000"/>
              <a:gd name="connsiteY3" fmla="*/ 12192000 h 12192002"/>
              <a:gd name="connsiteX4" fmla="*/ 0 w 6858000"/>
              <a:gd name="connsiteY4" fmla="*/ 12192000 h 12192002"/>
              <a:gd name="connsiteX5" fmla="*/ 0 w 6858000"/>
              <a:gd name="connsiteY5" fmla="*/ 0 h 12192002"/>
              <a:gd name="connsiteX6" fmla="*/ 3539398 w 6858000"/>
              <a:gd name="connsiteY6" fmla="*/ 0 h 12192002"/>
              <a:gd name="connsiteX7" fmla="*/ 5566229 w 6858000"/>
              <a:gd name="connsiteY7" fmla="*/ 2026831 h 12192002"/>
              <a:gd name="connsiteX8" fmla="*/ 5566229 w 6858000"/>
              <a:gd name="connsiteY8" fmla="*/ 2575538 h 12192002"/>
              <a:gd name="connsiteX9" fmla="*/ 6858000 w 6858000"/>
              <a:gd name="connsiteY9" fmla="*/ 3871657 h 12192002"/>
              <a:gd name="connsiteX10" fmla="*/ 5566229 w 6858000"/>
              <a:gd name="connsiteY10" fmla="*/ 3871657 h 12192002"/>
              <a:gd name="connsiteX11" fmla="*/ 5566229 w 6858000"/>
              <a:gd name="connsiteY11" fmla="*/ 3871658 h 12192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858000" h="12192002">
                <a:moveTo>
                  <a:pt x="6858000" y="3871658"/>
                </a:moveTo>
                <a:lnTo>
                  <a:pt x="6858000" y="12192002"/>
                </a:lnTo>
                <a:lnTo>
                  <a:pt x="5363029" y="12192002"/>
                </a:lnTo>
                <a:lnTo>
                  <a:pt x="5363029" y="12192000"/>
                </a:lnTo>
                <a:lnTo>
                  <a:pt x="0" y="12192000"/>
                </a:lnTo>
                <a:lnTo>
                  <a:pt x="0" y="0"/>
                </a:lnTo>
                <a:lnTo>
                  <a:pt x="3539398" y="0"/>
                </a:lnTo>
                <a:lnTo>
                  <a:pt x="5566229" y="2026831"/>
                </a:lnTo>
                <a:lnTo>
                  <a:pt x="5566229" y="2575538"/>
                </a:lnTo>
                <a:lnTo>
                  <a:pt x="6858000" y="3871657"/>
                </a:lnTo>
                <a:lnTo>
                  <a:pt x="5566229" y="3871657"/>
                </a:lnTo>
                <a:lnTo>
                  <a:pt x="5566229" y="3871658"/>
                </a:lnTo>
                <a:close/>
              </a:path>
            </a:pathLst>
          </a:custGeom>
          <a:pattFill prst="wdDnDiag">
            <a:fgClr>
              <a:schemeClr val="accent1"/>
            </a:fgClr>
            <a:bgClr>
              <a:schemeClr val="accent2"/>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20" name="Полилиния: Фигура 19">
            <a:extLst>
              <a:ext uri="{FF2B5EF4-FFF2-40B4-BE49-F238E27FC236}">
                <a16:creationId xmlns:a16="http://schemas.microsoft.com/office/drawing/2014/main" id="{0027A677-9ACB-4264-B148-4806678FB83F}"/>
              </a:ext>
            </a:extLst>
          </p:cNvPr>
          <p:cNvSpPr/>
          <p:nvPr/>
        </p:nvSpPr>
        <p:spPr>
          <a:xfrm rot="5400000" flipH="1" flipV="1">
            <a:off x="2667000" y="-2667001"/>
            <a:ext cx="6858000" cy="12192002"/>
          </a:xfrm>
          <a:custGeom>
            <a:avLst/>
            <a:gdLst>
              <a:gd name="connsiteX0" fmla="*/ 6858000 w 6858000"/>
              <a:gd name="connsiteY0" fmla="*/ 3871658 h 12192002"/>
              <a:gd name="connsiteX1" fmla="*/ 6858000 w 6858000"/>
              <a:gd name="connsiteY1" fmla="*/ 12192002 h 12192002"/>
              <a:gd name="connsiteX2" fmla="*/ 5363029 w 6858000"/>
              <a:gd name="connsiteY2" fmla="*/ 12192002 h 12192002"/>
              <a:gd name="connsiteX3" fmla="*/ 5363029 w 6858000"/>
              <a:gd name="connsiteY3" fmla="*/ 12192000 h 12192002"/>
              <a:gd name="connsiteX4" fmla="*/ 0 w 6858000"/>
              <a:gd name="connsiteY4" fmla="*/ 12192000 h 12192002"/>
              <a:gd name="connsiteX5" fmla="*/ 0 w 6858000"/>
              <a:gd name="connsiteY5" fmla="*/ 0 h 12192002"/>
              <a:gd name="connsiteX6" fmla="*/ 3539398 w 6858000"/>
              <a:gd name="connsiteY6" fmla="*/ 0 h 12192002"/>
              <a:gd name="connsiteX7" fmla="*/ 5566229 w 6858000"/>
              <a:gd name="connsiteY7" fmla="*/ 2026831 h 12192002"/>
              <a:gd name="connsiteX8" fmla="*/ 5566229 w 6858000"/>
              <a:gd name="connsiteY8" fmla="*/ 2575538 h 12192002"/>
              <a:gd name="connsiteX9" fmla="*/ 6858000 w 6858000"/>
              <a:gd name="connsiteY9" fmla="*/ 3871657 h 12192002"/>
              <a:gd name="connsiteX10" fmla="*/ 5566229 w 6858000"/>
              <a:gd name="connsiteY10" fmla="*/ 3871657 h 12192002"/>
              <a:gd name="connsiteX11" fmla="*/ 5566229 w 6858000"/>
              <a:gd name="connsiteY11" fmla="*/ 3871658 h 12192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858000" h="12192002">
                <a:moveTo>
                  <a:pt x="6858000" y="3871658"/>
                </a:moveTo>
                <a:lnTo>
                  <a:pt x="6858000" y="12192002"/>
                </a:lnTo>
                <a:lnTo>
                  <a:pt x="5363029" y="12192002"/>
                </a:lnTo>
                <a:lnTo>
                  <a:pt x="5363029" y="12192000"/>
                </a:lnTo>
                <a:lnTo>
                  <a:pt x="0" y="12192000"/>
                </a:lnTo>
                <a:lnTo>
                  <a:pt x="0" y="0"/>
                </a:lnTo>
                <a:lnTo>
                  <a:pt x="3539398" y="0"/>
                </a:lnTo>
                <a:lnTo>
                  <a:pt x="5566229" y="2026831"/>
                </a:lnTo>
                <a:lnTo>
                  <a:pt x="5566229" y="2575538"/>
                </a:lnTo>
                <a:lnTo>
                  <a:pt x="6858000" y="3871657"/>
                </a:lnTo>
                <a:lnTo>
                  <a:pt x="5566229" y="3871657"/>
                </a:lnTo>
                <a:lnTo>
                  <a:pt x="5566229" y="3871658"/>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grpSp>
        <p:nvGrpSpPr>
          <p:cNvPr id="6" name="Группа 5">
            <a:extLst>
              <a:ext uri="{FF2B5EF4-FFF2-40B4-BE49-F238E27FC236}">
                <a16:creationId xmlns:a16="http://schemas.microsoft.com/office/drawing/2014/main" id="{EA7FF9D7-8545-4547-AC77-A0421EEB9B99}"/>
              </a:ext>
            </a:extLst>
          </p:cNvPr>
          <p:cNvGrpSpPr/>
          <p:nvPr userDrawn="1"/>
        </p:nvGrpSpPr>
        <p:grpSpPr>
          <a:xfrm>
            <a:off x="0" y="0"/>
            <a:ext cx="6881966" cy="6858876"/>
            <a:chOff x="-5321" y="1096"/>
            <a:chExt cx="5924073" cy="5904197"/>
          </a:xfrm>
        </p:grpSpPr>
        <p:sp>
          <p:nvSpPr>
            <p:cNvPr id="17" name="Прямоугольный треугольник 16">
              <a:extLst>
                <a:ext uri="{FF2B5EF4-FFF2-40B4-BE49-F238E27FC236}">
                  <a16:creationId xmlns:a16="http://schemas.microsoft.com/office/drawing/2014/main" id="{8DCD5806-2A2F-4ABF-8057-245681C498E6}"/>
                </a:ext>
              </a:extLst>
            </p:cNvPr>
            <p:cNvSpPr/>
            <p:nvPr userDrawn="1"/>
          </p:nvSpPr>
          <p:spPr>
            <a:xfrm rot="16200000" flipH="1" flipV="1">
              <a:off x="4618" y="-8842"/>
              <a:ext cx="5904196" cy="5924073"/>
            </a:xfrm>
            <a:prstGeom prst="rtTriangle">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18" name="Прямоугольный треугольник 17">
              <a:extLst>
                <a:ext uri="{FF2B5EF4-FFF2-40B4-BE49-F238E27FC236}">
                  <a16:creationId xmlns:a16="http://schemas.microsoft.com/office/drawing/2014/main" id="{3A93038F-E9E4-4FFD-B3DF-28DB7C2C1490}"/>
                </a:ext>
              </a:extLst>
            </p:cNvPr>
            <p:cNvSpPr/>
            <p:nvPr userDrawn="1"/>
          </p:nvSpPr>
          <p:spPr>
            <a:xfrm rot="16200000" flipH="1" flipV="1">
              <a:off x="3941" y="-8164"/>
              <a:ext cx="5501471" cy="5519993"/>
            </a:xfrm>
            <a:prstGeom prst="rtTriangle">
              <a:avLst/>
            </a:prstGeom>
            <a:pattFill prst="dkHorz">
              <a:fgClr>
                <a:schemeClr val="accent1"/>
              </a:fgClr>
              <a:bgClr>
                <a:schemeClr val="accent2"/>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19" name="Прямоугольный треугольник 18">
              <a:extLst>
                <a:ext uri="{FF2B5EF4-FFF2-40B4-BE49-F238E27FC236}">
                  <a16:creationId xmlns:a16="http://schemas.microsoft.com/office/drawing/2014/main" id="{5DEA1E02-BBD0-4AE3-AF22-433B90272178}"/>
                </a:ext>
              </a:extLst>
            </p:cNvPr>
            <p:cNvSpPr/>
            <p:nvPr userDrawn="1"/>
          </p:nvSpPr>
          <p:spPr>
            <a:xfrm rot="16200000" flipH="1" flipV="1">
              <a:off x="3131" y="-7355"/>
              <a:ext cx="5019818" cy="5036720"/>
            </a:xfrm>
            <a:prstGeom prst="rtTriangle">
              <a:avLst/>
            </a:prstGeom>
            <a:solidFill>
              <a:schemeClr val="accent2">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grpSp>
      <p:sp>
        <p:nvSpPr>
          <p:cNvPr id="2" name="Заголовок 1">
            <a:extLst>
              <a:ext uri="{FF2B5EF4-FFF2-40B4-BE49-F238E27FC236}">
                <a16:creationId xmlns:a16="http://schemas.microsoft.com/office/drawing/2014/main" id="{9E597736-C478-4C26-9BAF-205FE31E977C}"/>
              </a:ext>
            </a:extLst>
          </p:cNvPr>
          <p:cNvSpPr>
            <a:spLocks noGrp="1"/>
          </p:cNvSpPr>
          <p:nvPr userDrawn="1">
            <p:ph type="ctrTitle" hasCustomPrompt="1"/>
          </p:nvPr>
        </p:nvSpPr>
        <p:spPr>
          <a:xfrm>
            <a:off x="5217242" y="2807208"/>
            <a:ext cx="4945598" cy="1243584"/>
          </a:xfrm>
        </p:spPr>
        <p:txBody>
          <a:bodyPr vert="horz" lIns="91440" tIns="45720" rIns="91440" bIns="45720" rtlCol="0" anchor="ctr">
            <a:noAutofit/>
          </a:bodyPr>
          <a:lstStyle>
            <a:lvl1pPr>
              <a:defRPr lang="en-GB" sz="5400" b="1" dirty="0">
                <a:solidFill>
                  <a:schemeClr val="bg1"/>
                </a:solidFill>
                <a:latin typeface="+mj-lt"/>
                <a:ea typeface="Tahoma" panose="020B0604030504040204" pitchFamily="34" charset="0"/>
                <a:cs typeface="Tahoma" panose="020B0604030504040204" pitchFamily="34" charset="0"/>
              </a:defRPr>
            </a:lvl1pPr>
          </a:lstStyle>
          <a:p>
            <a:pPr lvl="0" rtl="0"/>
            <a:r>
              <a:rPr lang="ru-RU" noProof="0"/>
              <a:t>Спасибо!</a:t>
            </a:r>
          </a:p>
        </p:txBody>
      </p:sp>
    </p:spTree>
    <p:extLst>
      <p:ext uri="{BB962C8B-B14F-4D97-AF65-F5344CB8AC3E}">
        <p14:creationId xmlns:p14="http://schemas.microsoft.com/office/powerpoint/2010/main" val="223638614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Спасибо (2)">
    <p:spTree>
      <p:nvGrpSpPr>
        <p:cNvPr id="1" name=""/>
        <p:cNvGrpSpPr/>
        <p:nvPr/>
      </p:nvGrpSpPr>
      <p:grpSpPr>
        <a:xfrm>
          <a:off x="0" y="0"/>
          <a:ext cx="0" cy="0"/>
          <a:chOff x="0" y="0"/>
          <a:chExt cx="0" cy="0"/>
        </a:xfrm>
      </p:grpSpPr>
      <p:sp>
        <p:nvSpPr>
          <p:cNvPr id="21" name="Прямоугольник 20">
            <a:extLst>
              <a:ext uri="{FF2B5EF4-FFF2-40B4-BE49-F238E27FC236}">
                <a16:creationId xmlns:a16="http://schemas.microsoft.com/office/drawing/2014/main" id="{6E739168-A5E8-443A-B392-7AD4CF8977AD}"/>
              </a:ext>
            </a:extLst>
          </p:cNvPr>
          <p:cNvSpPr/>
          <p:nvPr userDrawn="1"/>
        </p:nvSpPr>
        <p:spPr>
          <a:xfrm>
            <a:off x="0" y="0"/>
            <a:ext cx="121920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15" name="Полилиния: Фигура 14">
            <a:extLst>
              <a:ext uri="{FF2B5EF4-FFF2-40B4-BE49-F238E27FC236}">
                <a16:creationId xmlns:a16="http://schemas.microsoft.com/office/drawing/2014/main" id="{41E10E1E-5268-4F03-BA64-07E19DE26739}"/>
              </a:ext>
            </a:extLst>
          </p:cNvPr>
          <p:cNvSpPr/>
          <p:nvPr/>
        </p:nvSpPr>
        <p:spPr>
          <a:xfrm flipH="1">
            <a:off x="-16297" y="0"/>
            <a:ext cx="12208298" cy="6858000"/>
          </a:xfrm>
          <a:custGeom>
            <a:avLst/>
            <a:gdLst>
              <a:gd name="connsiteX0" fmla="*/ 8574289 w 12208298"/>
              <a:gd name="connsiteY0" fmla="*/ 0 h 6858000"/>
              <a:gd name="connsiteX1" fmla="*/ 0 w 12208298"/>
              <a:gd name="connsiteY1" fmla="*/ 0 h 6858000"/>
              <a:gd name="connsiteX2" fmla="*/ 0 w 12208298"/>
              <a:gd name="connsiteY2" fmla="*/ 6858000 h 6858000"/>
              <a:gd name="connsiteX3" fmla="*/ 532109 w 12208298"/>
              <a:gd name="connsiteY3" fmla="*/ 6858000 h 6858000"/>
              <a:gd name="connsiteX4" fmla="*/ 11495317 w 12208298"/>
              <a:gd name="connsiteY4" fmla="*/ 6858000 h 6858000"/>
              <a:gd name="connsiteX5" fmla="*/ 12208298 w 12208298"/>
              <a:gd name="connsiteY5" fmla="*/ 6858000 h 6858000"/>
              <a:gd name="connsiteX6" fmla="*/ 12208298 w 12208298"/>
              <a:gd name="connsiteY6" fmla="*/ 3146781 h 6858000"/>
              <a:gd name="connsiteX7" fmla="*/ 10353284 w 12208298"/>
              <a:gd name="connsiteY7" fmla="*/ 1291767 h 6858000"/>
              <a:gd name="connsiteX8" fmla="*/ 9866056 w 12208298"/>
              <a:gd name="connsiteY8" fmla="*/ 129176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208298" h="6858000">
                <a:moveTo>
                  <a:pt x="8574289" y="0"/>
                </a:moveTo>
                <a:lnTo>
                  <a:pt x="0" y="0"/>
                </a:lnTo>
                <a:lnTo>
                  <a:pt x="0" y="6858000"/>
                </a:lnTo>
                <a:lnTo>
                  <a:pt x="532109" y="6858000"/>
                </a:lnTo>
                <a:lnTo>
                  <a:pt x="11495317" y="6858000"/>
                </a:lnTo>
                <a:lnTo>
                  <a:pt x="12208298" y="6858000"/>
                </a:lnTo>
                <a:lnTo>
                  <a:pt x="12208298" y="3146781"/>
                </a:lnTo>
                <a:lnTo>
                  <a:pt x="10353284" y="1291767"/>
                </a:lnTo>
                <a:lnTo>
                  <a:pt x="9866056" y="1291767"/>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16" name="Полилиния: фигура 15">
            <a:extLst>
              <a:ext uri="{FF2B5EF4-FFF2-40B4-BE49-F238E27FC236}">
                <a16:creationId xmlns:a16="http://schemas.microsoft.com/office/drawing/2014/main" id="{B989C45D-BDFF-418F-BE79-03FF70015770}"/>
              </a:ext>
            </a:extLst>
          </p:cNvPr>
          <p:cNvSpPr/>
          <p:nvPr/>
        </p:nvSpPr>
        <p:spPr>
          <a:xfrm rot="5400000" flipH="1" flipV="1">
            <a:off x="2667000" y="-2667001"/>
            <a:ext cx="6858000" cy="12192002"/>
          </a:xfrm>
          <a:custGeom>
            <a:avLst/>
            <a:gdLst>
              <a:gd name="connsiteX0" fmla="*/ 6858000 w 6858000"/>
              <a:gd name="connsiteY0" fmla="*/ 3871658 h 12192002"/>
              <a:gd name="connsiteX1" fmla="*/ 6858000 w 6858000"/>
              <a:gd name="connsiteY1" fmla="*/ 12192002 h 12192002"/>
              <a:gd name="connsiteX2" fmla="*/ 5363029 w 6858000"/>
              <a:gd name="connsiteY2" fmla="*/ 12192002 h 12192002"/>
              <a:gd name="connsiteX3" fmla="*/ 5363029 w 6858000"/>
              <a:gd name="connsiteY3" fmla="*/ 12192000 h 12192002"/>
              <a:gd name="connsiteX4" fmla="*/ 0 w 6858000"/>
              <a:gd name="connsiteY4" fmla="*/ 12192000 h 12192002"/>
              <a:gd name="connsiteX5" fmla="*/ 0 w 6858000"/>
              <a:gd name="connsiteY5" fmla="*/ 0 h 12192002"/>
              <a:gd name="connsiteX6" fmla="*/ 3539398 w 6858000"/>
              <a:gd name="connsiteY6" fmla="*/ 0 h 12192002"/>
              <a:gd name="connsiteX7" fmla="*/ 5566229 w 6858000"/>
              <a:gd name="connsiteY7" fmla="*/ 2026831 h 12192002"/>
              <a:gd name="connsiteX8" fmla="*/ 5566229 w 6858000"/>
              <a:gd name="connsiteY8" fmla="*/ 2575538 h 12192002"/>
              <a:gd name="connsiteX9" fmla="*/ 6858000 w 6858000"/>
              <a:gd name="connsiteY9" fmla="*/ 3871657 h 12192002"/>
              <a:gd name="connsiteX10" fmla="*/ 5566229 w 6858000"/>
              <a:gd name="connsiteY10" fmla="*/ 3871657 h 12192002"/>
              <a:gd name="connsiteX11" fmla="*/ 5566229 w 6858000"/>
              <a:gd name="connsiteY11" fmla="*/ 3871658 h 12192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858000" h="12192002">
                <a:moveTo>
                  <a:pt x="6858000" y="3871658"/>
                </a:moveTo>
                <a:lnTo>
                  <a:pt x="6858000" y="12192002"/>
                </a:lnTo>
                <a:lnTo>
                  <a:pt x="5363029" y="12192002"/>
                </a:lnTo>
                <a:lnTo>
                  <a:pt x="5363029" y="12192000"/>
                </a:lnTo>
                <a:lnTo>
                  <a:pt x="0" y="12192000"/>
                </a:lnTo>
                <a:lnTo>
                  <a:pt x="0" y="0"/>
                </a:lnTo>
                <a:lnTo>
                  <a:pt x="3539398" y="0"/>
                </a:lnTo>
                <a:lnTo>
                  <a:pt x="5566229" y="2026831"/>
                </a:lnTo>
                <a:lnTo>
                  <a:pt x="5566229" y="2575538"/>
                </a:lnTo>
                <a:lnTo>
                  <a:pt x="6858000" y="3871657"/>
                </a:lnTo>
                <a:lnTo>
                  <a:pt x="5566229" y="3871657"/>
                </a:lnTo>
                <a:lnTo>
                  <a:pt x="5566229" y="3871658"/>
                </a:lnTo>
                <a:close/>
              </a:path>
            </a:pathLst>
          </a:custGeom>
          <a:pattFill prst="wdDnDiag">
            <a:fgClr>
              <a:schemeClr val="accent1"/>
            </a:fgClr>
            <a:bgClr>
              <a:schemeClr val="accent2"/>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20" name="Полилиния: Фигура 19">
            <a:extLst>
              <a:ext uri="{FF2B5EF4-FFF2-40B4-BE49-F238E27FC236}">
                <a16:creationId xmlns:a16="http://schemas.microsoft.com/office/drawing/2014/main" id="{0027A677-9ACB-4264-B148-4806678FB83F}"/>
              </a:ext>
            </a:extLst>
          </p:cNvPr>
          <p:cNvSpPr/>
          <p:nvPr/>
        </p:nvSpPr>
        <p:spPr>
          <a:xfrm rot="5400000" flipH="1" flipV="1">
            <a:off x="2667000" y="-2667001"/>
            <a:ext cx="6858000" cy="12192002"/>
          </a:xfrm>
          <a:custGeom>
            <a:avLst/>
            <a:gdLst>
              <a:gd name="connsiteX0" fmla="*/ 6858000 w 6858000"/>
              <a:gd name="connsiteY0" fmla="*/ 3871658 h 12192002"/>
              <a:gd name="connsiteX1" fmla="*/ 6858000 w 6858000"/>
              <a:gd name="connsiteY1" fmla="*/ 12192002 h 12192002"/>
              <a:gd name="connsiteX2" fmla="*/ 5363029 w 6858000"/>
              <a:gd name="connsiteY2" fmla="*/ 12192002 h 12192002"/>
              <a:gd name="connsiteX3" fmla="*/ 5363029 w 6858000"/>
              <a:gd name="connsiteY3" fmla="*/ 12192000 h 12192002"/>
              <a:gd name="connsiteX4" fmla="*/ 0 w 6858000"/>
              <a:gd name="connsiteY4" fmla="*/ 12192000 h 12192002"/>
              <a:gd name="connsiteX5" fmla="*/ 0 w 6858000"/>
              <a:gd name="connsiteY5" fmla="*/ 0 h 12192002"/>
              <a:gd name="connsiteX6" fmla="*/ 3539398 w 6858000"/>
              <a:gd name="connsiteY6" fmla="*/ 0 h 12192002"/>
              <a:gd name="connsiteX7" fmla="*/ 5566229 w 6858000"/>
              <a:gd name="connsiteY7" fmla="*/ 2026831 h 12192002"/>
              <a:gd name="connsiteX8" fmla="*/ 5566229 w 6858000"/>
              <a:gd name="connsiteY8" fmla="*/ 2575538 h 12192002"/>
              <a:gd name="connsiteX9" fmla="*/ 6858000 w 6858000"/>
              <a:gd name="connsiteY9" fmla="*/ 3871657 h 12192002"/>
              <a:gd name="connsiteX10" fmla="*/ 5566229 w 6858000"/>
              <a:gd name="connsiteY10" fmla="*/ 3871657 h 12192002"/>
              <a:gd name="connsiteX11" fmla="*/ 5566229 w 6858000"/>
              <a:gd name="connsiteY11" fmla="*/ 3871658 h 12192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858000" h="12192002">
                <a:moveTo>
                  <a:pt x="6858000" y="3871658"/>
                </a:moveTo>
                <a:lnTo>
                  <a:pt x="6858000" y="12192002"/>
                </a:lnTo>
                <a:lnTo>
                  <a:pt x="5363029" y="12192002"/>
                </a:lnTo>
                <a:lnTo>
                  <a:pt x="5363029" y="12192000"/>
                </a:lnTo>
                <a:lnTo>
                  <a:pt x="0" y="12192000"/>
                </a:lnTo>
                <a:lnTo>
                  <a:pt x="0" y="0"/>
                </a:lnTo>
                <a:lnTo>
                  <a:pt x="3539398" y="0"/>
                </a:lnTo>
                <a:lnTo>
                  <a:pt x="5566229" y="2026831"/>
                </a:lnTo>
                <a:lnTo>
                  <a:pt x="5566229" y="2575538"/>
                </a:lnTo>
                <a:lnTo>
                  <a:pt x="6858000" y="3871657"/>
                </a:lnTo>
                <a:lnTo>
                  <a:pt x="5566229" y="3871657"/>
                </a:lnTo>
                <a:lnTo>
                  <a:pt x="5566229" y="3871658"/>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2" name="Заголовок 1">
            <a:extLst>
              <a:ext uri="{FF2B5EF4-FFF2-40B4-BE49-F238E27FC236}">
                <a16:creationId xmlns:a16="http://schemas.microsoft.com/office/drawing/2014/main" id="{9E597736-C478-4C26-9BAF-205FE31E977C}"/>
              </a:ext>
            </a:extLst>
          </p:cNvPr>
          <p:cNvSpPr>
            <a:spLocks noGrp="1"/>
          </p:cNvSpPr>
          <p:nvPr userDrawn="1">
            <p:ph type="ctrTitle" hasCustomPrompt="1"/>
          </p:nvPr>
        </p:nvSpPr>
        <p:spPr>
          <a:xfrm>
            <a:off x="6360242" y="3429000"/>
            <a:ext cx="4945598" cy="1243584"/>
          </a:xfrm>
        </p:spPr>
        <p:txBody>
          <a:bodyPr vert="horz" lIns="91440" tIns="45720" rIns="91440" bIns="45720" rtlCol="0" anchor="ctr">
            <a:noAutofit/>
          </a:bodyPr>
          <a:lstStyle>
            <a:lvl1pPr>
              <a:defRPr lang="en-GB" sz="5400" b="1" dirty="0">
                <a:solidFill>
                  <a:schemeClr val="bg1"/>
                </a:solidFill>
                <a:latin typeface="+mj-lt"/>
                <a:ea typeface="Tahoma" panose="020B0604030504040204" pitchFamily="34" charset="0"/>
                <a:cs typeface="Tahoma" panose="020B0604030504040204" pitchFamily="34" charset="0"/>
              </a:defRPr>
            </a:lvl1pPr>
          </a:lstStyle>
          <a:p>
            <a:pPr lvl="0" rtl="0"/>
            <a:r>
              <a:rPr lang="ru-RU" noProof="0"/>
              <a:t>Спасибо!</a:t>
            </a:r>
          </a:p>
        </p:txBody>
      </p:sp>
      <p:sp>
        <p:nvSpPr>
          <p:cNvPr id="35" name="Полилиния: Фигура 34">
            <a:extLst>
              <a:ext uri="{FF2B5EF4-FFF2-40B4-BE49-F238E27FC236}">
                <a16:creationId xmlns:a16="http://schemas.microsoft.com/office/drawing/2014/main" id="{C024DCDB-C6BF-455E-AAB8-EAF9DAB302A1}"/>
              </a:ext>
            </a:extLst>
          </p:cNvPr>
          <p:cNvSpPr/>
          <p:nvPr userDrawn="1"/>
        </p:nvSpPr>
        <p:spPr>
          <a:xfrm rot="13500000">
            <a:off x="-729899" y="-1215856"/>
            <a:ext cx="6043521" cy="8427077"/>
          </a:xfrm>
          <a:custGeom>
            <a:avLst/>
            <a:gdLst>
              <a:gd name="connsiteX0" fmla="*/ 6043521 w 6043521"/>
              <a:gd name="connsiteY0" fmla="*/ 4267535 h 8427077"/>
              <a:gd name="connsiteX1" fmla="*/ 1883979 w 6043521"/>
              <a:gd name="connsiteY1" fmla="*/ 8427077 h 8427077"/>
              <a:gd name="connsiteX2" fmla="*/ 0 w 6043521"/>
              <a:gd name="connsiteY2" fmla="*/ 8427077 h 8427077"/>
              <a:gd name="connsiteX3" fmla="*/ 0 w 6043521"/>
              <a:gd name="connsiteY3" fmla="*/ 1775986 h 8427077"/>
              <a:gd name="connsiteX4" fmla="*/ 1775985 w 6043521"/>
              <a:gd name="connsiteY4" fmla="*/ 0 h 842707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43521" h="8427077">
                <a:moveTo>
                  <a:pt x="6043521" y="4267535"/>
                </a:moveTo>
                <a:lnTo>
                  <a:pt x="1883979" y="8427077"/>
                </a:lnTo>
                <a:lnTo>
                  <a:pt x="0" y="8427077"/>
                </a:lnTo>
                <a:lnTo>
                  <a:pt x="0" y="1775986"/>
                </a:lnTo>
                <a:lnTo>
                  <a:pt x="1775985"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ru-RU" noProof="0"/>
          </a:p>
        </p:txBody>
      </p:sp>
      <p:sp>
        <p:nvSpPr>
          <p:cNvPr id="32" name="Полилиния: Фигура 31">
            <a:extLst>
              <a:ext uri="{FF2B5EF4-FFF2-40B4-BE49-F238E27FC236}">
                <a16:creationId xmlns:a16="http://schemas.microsoft.com/office/drawing/2014/main" id="{26AFB47A-5D51-4F9C-B01B-977CE5E3C093}"/>
              </a:ext>
            </a:extLst>
          </p:cNvPr>
          <p:cNvSpPr/>
          <p:nvPr userDrawn="1"/>
        </p:nvSpPr>
        <p:spPr>
          <a:xfrm rot="13500000">
            <a:off x="-1145231" y="-2123853"/>
            <a:ext cx="6043521" cy="9008880"/>
          </a:xfrm>
          <a:custGeom>
            <a:avLst/>
            <a:gdLst>
              <a:gd name="connsiteX0" fmla="*/ 6043521 w 6043521"/>
              <a:gd name="connsiteY0" fmla="*/ 4849338 h 9008880"/>
              <a:gd name="connsiteX1" fmla="*/ 1883979 w 6043521"/>
              <a:gd name="connsiteY1" fmla="*/ 9008880 h 9008880"/>
              <a:gd name="connsiteX2" fmla="*/ 0 w 6043521"/>
              <a:gd name="connsiteY2" fmla="*/ 9008880 h 9008880"/>
              <a:gd name="connsiteX3" fmla="*/ 0 w 6043521"/>
              <a:gd name="connsiteY3" fmla="*/ 1194182 h 9008880"/>
              <a:gd name="connsiteX4" fmla="*/ 1194182 w 6043521"/>
              <a:gd name="connsiteY4" fmla="*/ 0 h 90088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43521" h="9008880">
                <a:moveTo>
                  <a:pt x="6043521" y="4849338"/>
                </a:moveTo>
                <a:lnTo>
                  <a:pt x="1883979" y="9008880"/>
                </a:lnTo>
                <a:lnTo>
                  <a:pt x="0" y="9008880"/>
                </a:lnTo>
                <a:lnTo>
                  <a:pt x="0" y="1194182"/>
                </a:lnTo>
                <a:lnTo>
                  <a:pt x="1194182" y="0"/>
                </a:lnTo>
                <a:close/>
              </a:path>
            </a:pathLst>
          </a:custGeom>
          <a:pattFill prst="wdDnDiag">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ru-RU" noProof="0"/>
          </a:p>
        </p:txBody>
      </p:sp>
      <p:sp>
        <p:nvSpPr>
          <p:cNvPr id="30" name="Полилиния: Фигура 29">
            <a:extLst>
              <a:ext uri="{FF2B5EF4-FFF2-40B4-BE49-F238E27FC236}">
                <a16:creationId xmlns:a16="http://schemas.microsoft.com/office/drawing/2014/main" id="{6997A4FF-7390-4173-8ACD-6CF7145AACEC}"/>
              </a:ext>
            </a:extLst>
          </p:cNvPr>
          <p:cNvSpPr/>
          <p:nvPr userDrawn="1"/>
        </p:nvSpPr>
        <p:spPr>
          <a:xfrm rot="18900000" flipH="1">
            <a:off x="-2681153" y="-465959"/>
            <a:ext cx="8639119" cy="5739762"/>
          </a:xfrm>
          <a:custGeom>
            <a:avLst/>
            <a:gdLst>
              <a:gd name="connsiteX0" fmla="*/ 3789781 w 8639119"/>
              <a:gd name="connsiteY0" fmla="*/ 0 h 5739762"/>
              <a:gd name="connsiteX1" fmla="*/ 0 w 8639119"/>
              <a:gd name="connsiteY1" fmla="*/ 3789782 h 5739762"/>
              <a:gd name="connsiteX2" fmla="*/ 0 w 8639119"/>
              <a:gd name="connsiteY2" fmla="*/ 5739761 h 5739762"/>
              <a:gd name="connsiteX3" fmla="*/ 7748695 w 8639119"/>
              <a:gd name="connsiteY3" fmla="*/ 5739762 h 5739762"/>
              <a:gd name="connsiteX4" fmla="*/ 8639119 w 8639119"/>
              <a:gd name="connsiteY4" fmla="*/ 4849338 h 57397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639119" h="5739762">
                <a:moveTo>
                  <a:pt x="3789781" y="0"/>
                </a:moveTo>
                <a:lnTo>
                  <a:pt x="0" y="3789782"/>
                </a:lnTo>
                <a:lnTo>
                  <a:pt x="0" y="5739761"/>
                </a:lnTo>
                <a:lnTo>
                  <a:pt x="7748695" y="5739762"/>
                </a:lnTo>
                <a:lnTo>
                  <a:pt x="8639119" y="4849338"/>
                </a:lnTo>
                <a:close/>
              </a:path>
            </a:pathLst>
          </a:custGeom>
          <a:solidFill>
            <a:schemeClr val="accent1">
              <a:lumMod val="50000"/>
              <a:alpha val="51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ru-RU" noProof="0"/>
          </a:p>
        </p:txBody>
      </p:sp>
    </p:spTree>
    <p:extLst>
      <p:ext uri="{BB962C8B-B14F-4D97-AF65-F5344CB8AC3E}">
        <p14:creationId xmlns:p14="http://schemas.microsoft.com/office/powerpoint/2010/main" val="12185180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61B0E15-6FC5-434E-8780-B186D9DB0CD0}"/>
              </a:ext>
            </a:extLst>
          </p:cNvPr>
          <p:cNvSpPr>
            <a:spLocks noGrp="1"/>
          </p:cNvSpPr>
          <p:nvPr>
            <p:ph type="title"/>
          </p:nvPr>
        </p:nvSpPr>
        <p:spPr>
          <a:xfrm>
            <a:off x="838200" y="365125"/>
            <a:ext cx="10820400" cy="1325563"/>
          </a:xfrm>
          <a:prstGeom prst="rect">
            <a:avLst/>
          </a:prstGeom>
        </p:spPr>
        <p:txBody>
          <a:bodyPr vert="horz" lIns="91440" tIns="45720" rIns="91440" bIns="45720" rtlCol="0" anchor="ctr">
            <a:normAutofit/>
          </a:bodyPr>
          <a:lstStyle/>
          <a:p>
            <a:pPr rtl="0"/>
            <a:r>
              <a:rPr lang="ru-RU" noProof="0"/>
              <a:t>Образец заголовка</a:t>
            </a:r>
          </a:p>
        </p:txBody>
      </p:sp>
      <p:sp>
        <p:nvSpPr>
          <p:cNvPr id="3" name="Текст 2">
            <a:extLst>
              <a:ext uri="{FF2B5EF4-FFF2-40B4-BE49-F238E27FC236}">
                <a16:creationId xmlns:a16="http://schemas.microsoft.com/office/drawing/2014/main" id="{A9C7B128-34F3-405C-B601-8BAFDB43499C}"/>
              </a:ext>
            </a:extLst>
          </p:cNvPr>
          <p:cNvSpPr>
            <a:spLocks noGrp="1"/>
          </p:cNvSpPr>
          <p:nvPr>
            <p:ph type="body" idx="1"/>
          </p:nvPr>
        </p:nvSpPr>
        <p:spPr>
          <a:xfrm>
            <a:off x="838200" y="1825625"/>
            <a:ext cx="10820400" cy="4351338"/>
          </a:xfrm>
          <a:prstGeom prst="rect">
            <a:avLst/>
          </a:prstGeom>
        </p:spPr>
        <p:txBody>
          <a:bodyPr vert="horz" lIns="91440" tIns="45720" rIns="91440" bIns="45720" rtlCol="0">
            <a:normAutofit/>
          </a:bodyPr>
          <a:lstStyle/>
          <a:p>
            <a:pPr lvl="0" rtl="0"/>
            <a:r>
              <a:rPr lang="ru-RU" noProof="0"/>
              <a:t>Образец текста</a:t>
            </a:r>
          </a:p>
          <a:p>
            <a:pPr lvl="1" rtl="0"/>
            <a:r>
              <a:rPr lang="ru-RU" noProof="0"/>
              <a:t>Второй уровень</a:t>
            </a:r>
          </a:p>
          <a:p>
            <a:pPr lvl="2" rtl="0"/>
            <a:r>
              <a:rPr lang="ru-RU" noProof="0"/>
              <a:t>Третий уровень</a:t>
            </a:r>
          </a:p>
          <a:p>
            <a:pPr lvl="3" rtl="0"/>
            <a:r>
              <a:rPr lang="ru-RU" noProof="0"/>
              <a:t>Четвертый уровень</a:t>
            </a:r>
          </a:p>
          <a:p>
            <a:pPr lvl="4" rtl="0"/>
            <a:r>
              <a:rPr lang="ru-RU" noProof="0"/>
              <a:t>Пятый уровень</a:t>
            </a:r>
          </a:p>
        </p:txBody>
      </p:sp>
      <p:sp>
        <p:nvSpPr>
          <p:cNvPr id="6" name="Номер слайда 5">
            <a:extLst>
              <a:ext uri="{FF2B5EF4-FFF2-40B4-BE49-F238E27FC236}">
                <a16:creationId xmlns:a16="http://schemas.microsoft.com/office/drawing/2014/main" id="{9F5A7754-E8C7-438B-922D-9027C6CF58E2}"/>
              </a:ext>
            </a:extLst>
          </p:cNvPr>
          <p:cNvSpPr>
            <a:spLocks noGrp="1"/>
          </p:cNvSpPr>
          <p:nvPr>
            <p:ph type="sldNum" sz="quarter" idx="4"/>
          </p:nvPr>
        </p:nvSpPr>
        <p:spPr>
          <a:xfrm>
            <a:off x="11112500" y="6356350"/>
            <a:ext cx="660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rtl="0"/>
            <a:fld id="{C263D6C4-4840-40CC-AC84-17E24B3B7BDE}" type="slidenum">
              <a:rPr lang="ru-RU" noProof="0" smtClean="0"/>
              <a:t>‹#›</a:t>
            </a:fld>
            <a:endParaRPr lang="ru-RU" noProof="0"/>
          </a:p>
        </p:txBody>
      </p:sp>
      <p:sp>
        <p:nvSpPr>
          <p:cNvPr id="5" name="Прямоугольник 4">
            <a:extLst>
              <a:ext uri="{FF2B5EF4-FFF2-40B4-BE49-F238E27FC236}">
                <a16:creationId xmlns:a16="http://schemas.microsoft.com/office/drawing/2014/main" id="{7CDDDB7D-9189-9548-A2B9-81DC62C3C1A3}"/>
              </a:ext>
            </a:extLst>
          </p:cNvPr>
          <p:cNvSpPr/>
          <p:nvPr userDrawn="1"/>
        </p:nvSpPr>
        <p:spPr>
          <a:xfrm>
            <a:off x="0" y="1"/>
            <a:ext cx="12192000" cy="6857999"/>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7" name="Полилиния: Фигура 9">
            <a:extLst>
              <a:ext uri="{FF2B5EF4-FFF2-40B4-BE49-F238E27FC236}">
                <a16:creationId xmlns:a16="http://schemas.microsoft.com/office/drawing/2014/main" id="{096D8877-6B4A-4540-8927-767DD7401718}"/>
              </a:ext>
            </a:extLst>
          </p:cNvPr>
          <p:cNvSpPr/>
          <p:nvPr userDrawn="1"/>
        </p:nvSpPr>
        <p:spPr>
          <a:xfrm>
            <a:off x="0" y="1"/>
            <a:ext cx="12192001" cy="6857999"/>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ru-RU" noProof="0"/>
          </a:p>
        </p:txBody>
      </p:sp>
      <p:sp>
        <p:nvSpPr>
          <p:cNvPr id="8" name="Полилиния: Фигура 17">
            <a:extLst>
              <a:ext uri="{FF2B5EF4-FFF2-40B4-BE49-F238E27FC236}">
                <a16:creationId xmlns:a16="http://schemas.microsoft.com/office/drawing/2014/main" id="{5AF2E123-FE0F-8541-8E36-5030C450AA7E}"/>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ru-RU" noProof="0"/>
          </a:p>
        </p:txBody>
      </p:sp>
      <p:sp>
        <p:nvSpPr>
          <p:cNvPr id="9" name="Полилиния: фигура 11">
            <a:extLst>
              <a:ext uri="{FF2B5EF4-FFF2-40B4-BE49-F238E27FC236}">
                <a16:creationId xmlns:a16="http://schemas.microsoft.com/office/drawing/2014/main" id="{E5519D99-3B68-924A-9CD0-14B911711CA8}"/>
              </a:ext>
            </a:extLst>
          </p:cNvPr>
          <p:cNvSpPr/>
          <p:nvPr userDrawn="1"/>
        </p:nvSpPr>
        <p:spPr>
          <a:xfrm rot="16200000" flipV="1">
            <a:off x="2664629" y="-2669372"/>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10" name="Полилиния: Фигура 7">
            <a:extLst>
              <a:ext uri="{FF2B5EF4-FFF2-40B4-BE49-F238E27FC236}">
                <a16:creationId xmlns:a16="http://schemas.microsoft.com/office/drawing/2014/main" id="{A09E21A9-FBEF-144C-A152-FE484F3C55C1}"/>
              </a:ext>
            </a:extLst>
          </p:cNvPr>
          <p:cNvSpPr/>
          <p:nvPr userDrawn="1"/>
        </p:nvSpPr>
        <p:spPr>
          <a:xfrm rot="16200000" flipV="1">
            <a:off x="2664629" y="-2669372"/>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11" name="Заголовок 1">
            <a:extLst>
              <a:ext uri="{FF2B5EF4-FFF2-40B4-BE49-F238E27FC236}">
                <a16:creationId xmlns:a16="http://schemas.microsoft.com/office/drawing/2014/main" id="{70C7F2CB-A8CE-1545-A08D-93592C4BAEEA}"/>
              </a:ext>
            </a:extLst>
          </p:cNvPr>
          <p:cNvSpPr txBox="1">
            <a:spLocks/>
          </p:cNvSpPr>
          <p:nvPr userDrawn="1"/>
        </p:nvSpPr>
        <p:spPr>
          <a:xfrm>
            <a:off x="444500" y="542925"/>
            <a:ext cx="11214100" cy="535531"/>
          </a:xfrm>
          <a:prstGeom prst="rect">
            <a:avLst/>
          </a:prstGeom>
        </p:spPr>
        <p:txBody>
          <a:bodyPr vert="horz" wrap="square" lIns="91440" tIns="45720" rIns="91440" bIns="45720" rtlCol="0" anchor="t">
            <a:spAutoFit/>
          </a:bodyPr>
          <a:lstStyle>
            <a:lvl1pPr algn="l" defTabSz="914400" rtl="0" eaLnBrk="1" latinLnBrk="0" hangingPunct="1">
              <a:lnSpc>
                <a:spcPct val="90000"/>
              </a:lnSpc>
              <a:spcBef>
                <a:spcPct val="0"/>
              </a:spcBef>
              <a:buNone/>
              <a:defRPr lang="en-GB" sz="3200" b="1" kern="1200" spc="-70" baseline="0" dirty="0">
                <a:solidFill>
                  <a:schemeClr val="bg1"/>
                </a:solidFill>
                <a:latin typeface="Trebuchet MS" panose="020B0603020202020204" pitchFamily="34" charset="0"/>
                <a:ea typeface="+mj-ea"/>
                <a:cs typeface="+mj-cs"/>
              </a:defRPr>
            </a:lvl1pPr>
          </a:lstStyle>
          <a:p>
            <a:pPr rtl="0"/>
            <a:r>
              <a:rPr lang="ru-RU" noProof="0">
                <a:latin typeface="+mj-lt"/>
              </a:rPr>
              <a:t>Образец заголовка</a:t>
            </a:r>
          </a:p>
        </p:txBody>
      </p:sp>
      <p:grpSp>
        <p:nvGrpSpPr>
          <p:cNvPr id="12" name="Группа 11">
            <a:extLst>
              <a:ext uri="{FF2B5EF4-FFF2-40B4-BE49-F238E27FC236}">
                <a16:creationId xmlns:a16="http://schemas.microsoft.com/office/drawing/2014/main" id="{7068FCE4-1B47-3C4B-B091-013120A97D09}"/>
              </a:ext>
            </a:extLst>
          </p:cNvPr>
          <p:cNvGrpSpPr/>
          <p:nvPr userDrawn="1"/>
        </p:nvGrpSpPr>
        <p:grpSpPr>
          <a:xfrm rot="16200000">
            <a:off x="499388" y="-322655"/>
            <a:ext cx="535531" cy="645309"/>
            <a:chOff x="10945855" y="7317026"/>
            <a:chExt cx="2483924" cy="2993104"/>
          </a:xfrm>
        </p:grpSpPr>
        <p:sp>
          <p:nvSpPr>
            <p:cNvPr id="13" name="Полилиния: Фигура 15">
              <a:extLst>
                <a:ext uri="{FF2B5EF4-FFF2-40B4-BE49-F238E27FC236}">
                  <a16:creationId xmlns:a16="http://schemas.microsoft.com/office/drawing/2014/main" id="{FEC3FDE7-F27E-5E4E-8752-287CAB7792D4}"/>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14" name="Полилиния: Фигура 16">
              <a:extLst>
                <a:ext uri="{FF2B5EF4-FFF2-40B4-BE49-F238E27FC236}">
                  <a16:creationId xmlns:a16="http://schemas.microsoft.com/office/drawing/2014/main" id="{81C902DB-0D21-5044-82B6-9E7A70A1BF62}"/>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grpSp>
      <p:grpSp>
        <p:nvGrpSpPr>
          <p:cNvPr id="15" name="Группа 14">
            <a:extLst>
              <a:ext uri="{FF2B5EF4-FFF2-40B4-BE49-F238E27FC236}">
                <a16:creationId xmlns:a16="http://schemas.microsoft.com/office/drawing/2014/main" id="{BE1E08A0-195D-694F-947B-986A76FBB93E}"/>
              </a:ext>
            </a:extLst>
          </p:cNvPr>
          <p:cNvGrpSpPr/>
          <p:nvPr userDrawn="1"/>
        </p:nvGrpSpPr>
        <p:grpSpPr>
          <a:xfrm>
            <a:off x="-1" y="1357409"/>
            <a:ext cx="12192001" cy="4846320"/>
            <a:chOff x="-1" y="1357409"/>
            <a:chExt cx="12192001" cy="4917518"/>
          </a:xfrm>
        </p:grpSpPr>
        <p:sp>
          <p:nvSpPr>
            <p:cNvPr id="16" name="Прямоугольник: Усеченный угол 18">
              <a:extLst>
                <a:ext uri="{FF2B5EF4-FFF2-40B4-BE49-F238E27FC236}">
                  <a16:creationId xmlns:a16="http://schemas.microsoft.com/office/drawing/2014/main" id="{ED5DFFCD-1EE3-E64E-B51F-BD7D72413E0B}"/>
                </a:ext>
              </a:extLst>
            </p:cNvPr>
            <p:cNvSpPr/>
            <p:nvPr userDrawn="1"/>
          </p:nvSpPr>
          <p:spPr>
            <a:xfrm flipV="1">
              <a:off x="-1" y="1357409"/>
              <a:ext cx="12192000" cy="4917518"/>
            </a:xfrm>
            <a:prstGeom prst="snip1Rect">
              <a:avLst>
                <a:gd name="adj" fmla="val 0"/>
              </a:avLst>
            </a:prstGeom>
            <a:pattFill prst="dkVert">
              <a:fgClr>
                <a:schemeClr val="accent5"/>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rtl="0"/>
              <a:endParaRPr lang="ru-RU" noProof="0"/>
            </a:p>
          </p:txBody>
        </p:sp>
        <p:sp>
          <p:nvSpPr>
            <p:cNvPr id="17" name="Прямоугольник: Усеченный угол 2">
              <a:extLst>
                <a:ext uri="{FF2B5EF4-FFF2-40B4-BE49-F238E27FC236}">
                  <a16:creationId xmlns:a16="http://schemas.microsoft.com/office/drawing/2014/main" id="{C12DB3CA-8E64-AA43-BFBE-A2CA9A816DBE}"/>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grpSp>
      <p:sp>
        <p:nvSpPr>
          <p:cNvPr id="18" name="Полилиния: Фигура 23">
            <a:extLst>
              <a:ext uri="{FF2B5EF4-FFF2-40B4-BE49-F238E27FC236}">
                <a16:creationId xmlns:a16="http://schemas.microsoft.com/office/drawing/2014/main" id="{A587DEFD-D470-4142-8E0D-A71DDB147C92}"/>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ru-RU" noProof="0"/>
          </a:p>
        </p:txBody>
      </p:sp>
      <p:sp>
        <p:nvSpPr>
          <p:cNvPr id="19" name="Номер слайда 4">
            <a:extLst>
              <a:ext uri="{FF2B5EF4-FFF2-40B4-BE49-F238E27FC236}">
                <a16:creationId xmlns:a16="http://schemas.microsoft.com/office/drawing/2014/main" id="{7D9BF857-7910-734D-A217-5E3344220AA2}"/>
              </a:ext>
            </a:extLst>
          </p:cNvPr>
          <p:cNvSpPr txBox="1">
            <a:spLocks/>
          </p:cNvSpPr>
          <p:nvPr userDrawn="1"/>
        </p:nvSpPr>
        <p:spPr>
          <a:xfrm>
            <a:off x="11252200" y="6315075"/>
            <a:ext cx="406400" cy="365125"/>
          </a:xfrm>
          <a:prstGeom prst="rect">
            <a:avLst/>
          </a:prstGeom>
        </p:spPr>
        <p:txBody>
          <a:bodyPr rtlCol="0"/>
          <a:lstStyle>
            <a:defPPr>
              <a:defRPr lang="en-US"/>
            </a:defPPr>
            <a:lvl1pPr marL="0" algn="l" defTabSz="914400" rtl="0" eaLnBrk="1" latinLnBrk="0" hangingPunct="1">
              <a:defRPr sz="1000" kern="1200">
                <a:solidFill>
                  <a:schemeClr val="bg1"/>
                </a:solidFill>
                <a:latin typeface="Trade Gothic LT Pro" panose="020B05030403030200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0"/>
            <a:fld id="{C263D6C4-4840-40CC-AC84-17E24B3B7BDE}" type="slidenum">
              <a:rPr lang="ru-RU" noProof="0" smtClean="0"/>
              <a:pPr/>
              <a:t>‹#›</a:t>
            </a:fld>
            <a:endParaRPr lang="ru-RU" noProof="0"/>
          </a:p>
        </p:txBody>
      </p:sp>
    </p:spTree>
    <p:extLst>
      <p:ext uri="{BB962C8B-B14F-4D97-AF65-F5344CB8AC3E}">
        <p14:creationId xmlns:p14="http://schemas.microsoft.com/office/powerpoint/2010/main" val="666093331"/>
      </p:ext>
    </p:extLst>
  </p:cSld>
  <p:clrMap bg1="lt1" tx1="dk1" bg2="lt2" tx2="dk2" accent1="accent1" accent2="accent2" accent3="accent3" accent4="accent4" accent5="accent5" accent6="accent6" hlink="hlink" folHlink="folHlink"/>
  <p:sldLayoutIdLst>
    <p:sldLayoutId id="2147483649" r:id="rId1"/>
    <p:sldLayoutId id="2147483651" r:id="rId2"/>
    <p:sldLayoutId id="2147483660" r:id="rId3"/>
    <p:sldLayoutId id="2147483666" r:id="rId4"/>
    <p:sldLayoutId id="2147483654" r:id="rId5"/>
    <p:sldLayoutId id="2147483661" r:id="rId6"/>
    <p:sldLayoutId id="2147483674" r:id="rId7"/>
    <p:sldLayoutId id="2147483665" r:id="rId8"/>
    <p:sldLayoutId id="2147483673" r:id="rId9"/>
    <p:sldLayoutId id="2147483662" r:id="rId10"/>
    <p:sldLayoutId id="2147483663" r:id="rId11"/>
    <p:sldLayoutId id="2147483664" r:id="rId12"/>
    <p:sldLayoutId id="2147483675" r:id="rId13"/>
    <p:sldLayoutId id="2147483676" r:id="rId14"/>
    <p:sldLayoutId id="2147483672" r:id="rId15"/>
    <p:sldLayoutId id="2147483667" r:id="rId16"/>
    <p:sldLayoutId id="2147483668" r:id="rId17"/>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Clr>
          <a:schemeClr val="accent2"/>
        </a:buClr>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chemeClr val="accent2"/>
        </a:buClr>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chemeClr val="accent2"/>
        </a:buClr>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chemeClr val="accent2"/>
        </a:buClr>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chemeClr val="accent2"/>
        </a:buClr>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3" pos="336" userDrawn="1">
          <p15:clr>
            <a:srgbClr val="F26B43"/>
          </p15:clr>
        </p15:guide>
        <p15:guide id="4" orient="horz" pos="336" userDrawn="1">
          <p15:clr>
            <a:srgbClr val="F26B43"/>
          </p15:clr>
        </p15:guide>
        <p15:guide id="5" pos="7344" userDrawn="1">
          <p15:clr>
            <a:srgbClr val="F26B43"/>
          </p15:clr>
        </p15:guide>
        <p15:guide id="6" orient="horz" pos="3984"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2.png"/><Relationship Id="rId7" Type="http://schemas.openxmlformats.org/officeDocument/2006/relationships/image" Target="../media/image4.png"/><Relationship Id="rId12" Type="http://schemas.openxmlformats.org/officeDocument/2006/relationships/image" Target="../media/image10.svg"/><Relationship Id="rId2" Type="http://schemas.openxmlformats.org/officeDocument/2006/relationships/notesSlide" Target="../notesSlides/notesSlide3.xml"/><Relationship Id="rId1" Type="http://schemas.openxmlformats.org/officeDocument/2006/relationships/slideLayout" Target="../slideLayouts/slideLayout10.xml"/><Relationship Id="rId6" Type="http://schemas.openxmlformats.org/officeDocument/2006/relationships/image" Target="../media/image4.svg"/><Relationship Id="rId11" Type="http://schemas.openxmlformats.org/officeDocument/2006/relationships/image" Target="../media/image6.png"/><Relationship Id="rId5" Type="http://schemas.openxmlformats.org/officeDocument/2006/relationships/image" Target="../media/image3.png"/><Relationship Id="rId10" Type="http://schemas.openxmlformats.org/officeDocument/2006/relationships/image" Target="../media/image8.svg"/><Relationship Id="rId4" Type="http://schemas.openxmlformats.org/officeDocument/2006/relationships/image" Target="../media/image2.svg"/><Relationship Id="rId9"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4.xml"/><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7.xml"/></Relationships>
</file>

<file path=ppt/slides/_rels/slide14.xml.rels><?xml version="1.0" encoding="UTF-8" standalone="yes"?>
<Relationships xmlns="http://schemas.openxmlformats.org/package/2006/relationships"><Relationship Id="rId3" Type="http://schemas.openxmlformats.org/officeDocument/2006/relationships/hyperlink" Target="https://support.office.com/ru-ru/article/%D0%A0%D0%B5%D0%B4%D0%B0%D0%BA%D1%82%D0%B8%D1%80%D0%BE%D0%B2%D0%B0%D0%BD%D0%B8%D0%B5-%D0%BF%D1%80%D0%B5%D0%B7%D0%B5%D0%BD%D1%82%D0%B0%D1%86%D0%B8%D0%B8-ff353d37-742a-4aa8-8bdd-6b1f488127a2?omkt=ru-RU&amp;ui=ru-RU&amp;rs=ru-RU&amp;ad=RU" TargetMode="External"/><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632BE5BF-9922-45FB-8F3F-4446D40A051B}"/>
              </a:ext>
            </a:extLst>
          </p:cNvPr>
          <p:cNvSpPr>
            <a:spLocks noGrp="1"/>
          </p:cNvSpPr>
          <p:nvPr>
            <p:ph type="ctrTitle"/>
          </p:nvPr>
        </p:nvSpPr>
        <p:spPr>
          <a:xfrm>
            <a:off x="2761488" y="1621536"/>
            <a:ext cx="9369552" cy="2776292"/>
          </a:xfrm>
        </p:spPr>
        <p:txBody>
          <a:bodyPr rtlCol="0"/>
          <a:lstStyle/>
          <a:p>
            <a:r>
              <a:rPr lang="ru-RU" sz="4400" dirty="0"/>
              <a:t>Разработка модуля обработки групповых запросов </a:t>
            </a:r>
            <a:r>
              <a:rPr lang="en-US" sz="4400" dirty="0"/>
              <a:t>Modbus </a:t>
            </a:r>
            <a:r>
              <a:rPr lang="ru-RU" sz="4400" dirty="0"/>
              <a:t>в среде </a:t>
            </a:r>
            <a:r>
              <a:rPr lang="en-US" sz="4400" dirty="0"/>
              <a:t>Owen Logic</a:t>
            </a:r>
            <a:r>
              <a:rPr lang="ru-RU" sz="3600" dirty="0"/>
              <a:t/>
            </a:r>
            <a:br>
              <a:rPr lang="ru-RU" sz="3600" dirty="0"/>
            </a:br>
            <a:endParaRPr lang="ru-RU" sz="3600" dirty="0"/>
          </a:p>
        </p:txBody>
      </p:sp>
      <p:sp>
        <p:nvSpPr>
          <p:cNvPr id="3" name="Подзаголовок 2">
            <a:extLst>
              <a:ext uri="{FF2B5EF4-FFF2-40B4-BE49-F238E27FC236}">
                <a16:creationId xmlns:a16="http://schemas.microsoft.com/office/drawing/2014/main" id="{0D537F64-4C96-4AA8-BB21-E8053A3186DD}"/>
              </a:ext>
            </a:extLst>
          </p:cNvPr>
          <p:cNvSpPr>
            <a:spLocks noGrp="1"/>
          </p:cNvSpPr>
          <p:nvPr>
            <p:ph type="subTitle" idx="1"/>
          </p:nvPr>
        </p:nvSpPr>
        <p:spPr>
          <a:xfrm>
            <a:off x="2761488" y="4687824"/>
            <a:ext cx="9369552" cy="1105987"/>
          </a:xfrm>
        </p:spPr>
        <p:txBody>
          <a:bodyPr rtlCol="0">
            <a:noAutofit/>
          </a:bodyPr>
          <a:lstStyle/>
          <a:p>
            <a:r>
              <a:rPr lang="ru-RU" sz="1600" b="1" dirty="0"/>
              <a:t>Выполнил: студент группы Б22-В71: Ролдугин В.Д.</a:t>
            </a:r>
            <a:endParaRPr lang="ru-RU" sz="1600" dirty="0"/>
          </a:p>
          <a:p>
            <a:r>
              <a:rPr lang="ru-RU" sz="1600" b="1" dirty="0"/>
              <a:t>Руководитель работы: Новиков Г.Г., к.т.н., доцент НИЯУ МИФИ </a:t>
            </a:r>
            <a:endParaRPr lang="ru-RU" sz="1600" dirty="0"/>
          </a:p>
          <a:p>
            <a:r>
              <a:rPr lang="ru-RU" sz="1600" b="1" dirty="0"/>
              <a:t>Место выполнения: ООО «Овен Цифровые решения»</a:t>
            </a:r>
            <a:endParaRPr lang="ru-RU" sz="1600" dirty="0"/>
          </a:p>
        </p:txBody>
      </p:sp>
      <p:sp>
        <p:nvSpPr>
          <p:cNvPr id="4" name="Прямоугольник 3"/>
          <p:cNvSpPr/>
          <p:nvPr/>
        </p:nvSpPr>
        <p:spPr>
          <a:xfrm>
            <a:off x="3866605" y="235357"/>
            <a:ext cx="8046720" cy="830997"/>
          </a:xfrm>
          <a:prstGeom prst="rect">
            <a:avLst/>
          </a:prstGeom>
        </p:spPr>
        <p:txBody>
          <a:bodyPr wrap="square">
            <a:spAutoFit/>
          </a:bodyPr>
          <a:lstStyle/>
          <a:p>
            <a:pPr algn="ctr" defTabSz="457200">
              <a:defRPr>
                <a:uFill>
                  <a:solidFill>
                    <a:srgbClr val="000000"/>
                  </a:solidFill>
                </a:uFill>
              </a:defRPr>
            </a:pPr>
            <a:r>
              <a:rPr lang="ru-RU" sz="1600" cap="small" dirty="0">
                <a:solidFill>
                  <a:schemeClr val="bg1"/>
                </a:solidFill>
              </a:rPr>
              <a:t>НАЦИОНАЛЬНЫЙ ИССЛЕДОВАТЕЛЬСКИЙ ЯДЕРНЫЙ УНИВЕРСИТЕТ «МИФИ»</a:t>
            </a:r>
          </a:p>
          <a:p>
            <a:pPr algn="ctr" defTabSz="457200">
              <a:defRPr>
                <a:uFill>
                  <a:solidFill>
                    <a:srgbClr val="000000"/>
                  </a:solidFill>
                </a:uFill>
              </a:defRPr>
            </a:pPr>
            <a:r>
              <a:rPr lang="ru-RU" sz="1600" cap="small" dirty="0">
                <a:solidFill>
                  <a:schemeClr val="bg1"/>
                </a:solidFill>
              </a:rPr>
              <a:t>ИНСТИТУТ ИНТЕЛЛЕКТУАЛЬНЫХ КИБЕРНЕТИЧЕСКИХ СИСТЕМ</a:t>
            </a:r>
          </a:p>
          <a:p>
            <a:pPr algn="ctr" defTabSz="457200">
              <a:defRPr>
                <a:uFill>
                  <a:solidFill>
                    <a:srgbClr val="000000"/>
                  </a:solidFill>
                </a:uFill>
              </a:defRPr>
            </a:pPr>
            <a:r>
              <a:rPr lang="ru-RU" sz="1600" cap="small" dirty="0">
                <a:solidFill>
                  <a:schemeClr val="bg1"/>
                </a:solidFill>
              </a:rPr>
              <a:t>КАФЕДРА «КОМПЬЮТЕРНЫЕ СИСТЕМЫ И ТЕХНОЛОГИИ»</a:t>
            </a:r>
          </a:p>
        </p:txBody>
      </p:sp>
      <p:sp>
        <p:nvSpPr>
          <p:cNvPr id="5" name="Прямоугольник 4"/>
          <p:cNvSpPr/>
          <p:nvPr/>
        </p:nvSpPr>
        <p:spPr>
          <a:xfrm>
            <a:off x="5144073" y="6088161"/>
            <a:ext cx="1903855" cy="400110"/>
          </a:xfrm>
          <a:prstGeom prst="rect">
            <a:avLst/>
          </a:prstGeom>
        </p:spPr>
        <p:txBody>
          <a:bodyPr wrap="none">
            <a:spAutoFit/>
          </a:bodyPr>
          <a:lstStyle/>
          <a:p>
            <a:pPr algn="ctr"/>
            <a:r>
              <a:rPr lang="ru-RU" sz="2000" dirty="0">
                <a:solidFill>
                  <a:schemeClr val="bg1"/>
                </a:solidFill>
              </a:rPr>
              <a:t>Москва, </a:t>
            </a:r>
            <a:r>
              <a:rPr lang="ru-RU" sz="2000" dirty="0" smtClean="0">
                <a:solidFill>
                  <a:schemeClr val="bg1"/>
                </a:solidFill>
              </a:rPr>
              <a:t>2025г</a:t>
            </a:r>
            <a:r>
              <a:rPr lang="ru-RU" sz="2000" dirty="0">
                <a:solidFill>
                  <a:schemeClr val="bg1"/>
                </a:solidFill>
              </a:rPr>
              <a:t>.</a:t>
            </a:r>
          </a:p>
        </p:txBody>
      </p:sp>
    </p:spTree>
    <p:extLst>
      <p:ext uri="{BB962C8B-B14F-4D97-AF65-F5344CB8AC3E}">
        <p14:creationId xmlns:p14="http://schemas.microsoft.com/office/powerpoint/2010/main" val="3946934594"/>
      </p:ext>
    </p:extLst>
  </p:cSld>
  <p:clrMapOvr>
    <a:masterClrMapping/>
  </p:clrMapOvr>
  <p:transition spd="slow">
    <p:wipe/>
  </p:transition>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Заголовок 6">
            <a:extLst>
              <a:ext uri="{FF2B5EF4-FFF2-40B4-BE49-F238E27FC236}">
                <a16:creationId xmlns:a16="http://schemas.microsoft.com/office/drawing/2014/main" id="{7875C19A-1AAE-476A-A316-A2CF92D763D3}"/>
              </a:ext>
            </a:extLst>
          </p:cNvPr>
          <p:cNvSpPr>
            <a:spLocks noGrp="1"/>
          </p:cNvSpPr>
          <p:nvPr>
            <p:ph type="title"/>
          </p:nvPr>
        </p:nvSpPr>
        <p:spPr>
          <a:xfrm>
            <a:off x="340868" y="530733"/>
            <a:ext cx="11214100" cy="535531"/>
          </a:xfrm>
        </p:spPr>
        <p:txBody>
          <a:bodyPr rtlCol="0"/>
          <a:lstStyle/>
          <a:p>
            <a:r>
              <a:rPr lang="ru-RU" dirty="0"/>
              <a:t>Цели и задачи </a:t>
            </a:r>
            <a:r>
              <a:rPr lang="ru-RU" dirty="0" smtClean="0"/>
              <a:t>работы</a:t>
            </a:r>
            <a:endParaRPr lang="ru-RU" dirty="0"/>
          </a:p>
        </p:txBody>
      </p:sp>
      <p:sp>
        <p:nvSpPr>
          <p:cNvPr id="10" name="Текст 9">
            <a:extLst>
              <a:ext uri="{FF2B5EF4-FFF2-40B4-BE49-F238E27FC236}">
                <a16:creationId xmlns:a16="http://schemas.microsoft.com/office/drawing/2014/main" id="{EF2BC084-E6DB-4DE7-B309-042A85EBA700}"/>
              </a:ext>
            </a:extLst>
          </p:cNvPr>
          <p:cNvSpPr>
            <a:spLocks noGrp="1"/>
          </p:cNvSpPr>
          <p:nvPr>
            <p:ph type="body" sz="quarter" idx="13"/>
          </p:nvPr>
        </p:nvSpPr>
        <p:spPr>
          <a:xfrm>
            <a:off x="340868" y="1613193"/>
            <a:ext cx="6974332" cy="1233639"/>
          </a:xfrm>
        </p:spPr>
        <p:txBody>
          <a:bodyPr rtlCol="0"/>
          <a:lstStyle/>
          <a:p>
            <a:pPr marL="0" indent="0">
              <a:buNone/>
            </a:pPr>
            <a:r>
              <a:rPr lang="ru-RU" dirty="0"/>
              <a:t>Цель работы — разработка модуля группового опроса </a:t>
            </a:r>
            <a:r>
              <a:rPr lang="ru-RU" dirty="0" err="1"/>
              <a:t>Modbus</a:t>
            </a:r>
            <a:r>
              <a:rPr lang="ru-RU" dirty="0"/>
              <a:t>-устройств для платформы КС1, обеспечивающего повышение производительности за счет оптимизации сетевых запросов</a:t>
            </a:r>
            <a:r>
              <a:rPr lang="ru-RU" dirty="0" smtClean="0"/>
              <a:t>.</a:t>
            </a:r>
          </a:p>
          <a:p>
            <a:pPr marL="0" indent="0">
              <a:buNone/>
            </a:pPr>
            <a:r>
              <a:rPr lang="ru-RU" dirty="0" smtClean="0"/>
              <a:t>____________________________________________________</a:t>
            </a:r>
            <a:r>
              <a:rPr lang="ru-RU" dirty="0"/>
              <a:t>__</a:t>
            </a:r>
            <a:endParaRPr lang="ru-RU" dirty="0" smtClean="0"/>
          </a:p>
          <a:p>
            <a:pPr marL="0" indent="0">
              <a:buNone/>
            </a:pPr>
            <a:endParaRPr lang="ru-RU" dirty="0"/>
          </a:p>
        </p:txBody>
      </p:sp>
      <p:sp>
        <p:nvSpPr>
          <p:cNvPr id="2" name="Номер слайда 1">
            <a:extLst>
              <a:ext uri="{FF2B5EF4-FFF2-40B4-BE49-F238E27FC236}">
                <a16:creationId xmlns:a16="http://schemas.microsoft.com/office/drawing/2014/main" id="{BE9800F6-D571-48C4-8466-12AA1ADB6599}"/>
              </a:ext>
            </a:extLst>
          </p:cNvPr>
          <p:cNvSpPr>
            <a:spLocks noGrp="1"/>
          </p:cNvSpPr>
          <p:nvPr>
            <p:ph type="sldNum" sz="quarter" idx="12"/>
          </p:nvPr>
        </p:nvSpPr>
        <p:spPr/>
        <p:txBody>
          <a:bodyPr rtlCol="0"/>
          <a:lstStyle/>
          <a:p>
            <a:pPr rtl="0"/>
            <a:fld id="{C263D6C4-4840-40CC-AC84-17E24B3B7BDE}" type="slidenum">
              <a:rPr lang="ru-RU" smtClean="0"/>
              <a:pPr rtl="0"/>
              <a:t>2</a:t>
            </a:fld>
            <a:endParaRPr lang="ru-RU"/>
          </a:p>
        </p:txBody>
      </p:sp>
      <p:sp>
        <p:nvSpPr>
          <p:cNvPr id="5" name="Прямоугольник 4"/>
          <p:cNvSpPr/>
          <p:nvPr/>
        </p:nvSpPr>
        <p:spPr>
          <a:xfrm>
            <a:off x="340868" y="3098030"/>
            <a:ext cx="931986" cy="338554"/>
          </a:xfrm>
          <a:prstGeom prst="rect">
            <a:avLst/>
          </a:prstGeom>
        </p:spPr>
        <p:txBody>
          <a:bodyPr wrap="none">
            <a:spAutoFit/>
          </a:bodyPr>
          <a:lstStyle/>
          <a:p>
            <a:r>
              <a:rPr lang="ru-RU" sz="1600" dirty="0" smtClean="0">
                <a:solidFill>
                  <a:schemeClr val="bg1"/>
                </a:solidFill>
              </a:rPr>
              <a:t>Задачи:</a:t>
            </a:r>
            <a:endParaRPr lang="ru-RU" sz="1600" dirty="0">
              <a:solidFill>
                <a:schemeClr val="bg1"/>
              </a:solidFill>
            </a:endParaRPr>
          </a:p>
        </p:txBody>
      </p:sp>
      <p:sp>
        <p:nvSpPr>
          <p:cNvPr id="6" name="Прямоугольник 5"/>
          <p:cNvSpPr/>
          <p:nvPr/>
        </p:nvSpPr>
        <p:spPr>
          <a:xfrm>
            <a:off x="1535906" y="3098030"/>
            <a:ext cx="6304344" cy="2554545"/>
          </a:xfrm>
          <a:prstGeom prst="rect">
            <a:avLst/>
          </a:prstGeom>
        </p:spPr>
        <p:txBody>
          <a:bodyPr wrap="square">
            <a:spAutoFit/>
          </a:bodyPr>
          <a:lstStyle/>
          <a:p>
            <a:pPr marL="285750" lvl="0" indent="-285750">
              <a:buFont typeface="Arial" panose="020B0604020202020204" pitchFamily="34" charset="0"/>
              <a:buChar char="•"/>
            </a:pPr>
            <a:r>
              <a:rPr lang="ru-RU" sz="1600" dirty="0">
                <a:solidFill>
                  <a:schemeClr val="bg1"/>
                </a:solidFill>
              </a:rPr>
              <a:t>Изучение и анализ особенностей протоколов </a:t>
            </a:r>
            <a:r>
              <a:rPr lang="ru-RU" sz="1600" dirty="0" err="1">
                <a:solidFill>
                  <a:schemeClr val="bg1"/>
                </a:solidFill>
              </a:rPr>
              <a:t>Modbus</a:t>
            </a:r>
            <a:r>
              <a:rPr lang="ru-RU" sz="1600" dirty="0">
                <a:solidFill>
                  <a:schemeClr val="bg1"/>
                </a:solidFill>
              </a:rPr>
              <a:t> RTU/ASCII и их ограничений для групповой обработки </a:t>
            </a:r>
            <a:r>
              <a:rPr lang="ru-RU" sz="1600" dirty="0" smtClean="0">
                <a:solidFill>
                  <a:schemeClr val="bg1"/>
                </a:solidFill>
              </a:rPr>
              <a:t>запросов</a:t>
            </a:r>
          </a:p>
          <a:p>
            <a:pPr lvl="0"/>
            <a:endParaRPr lang="ru-RU" sz="1600" dirty="0">
              <a:solidFill>
                <a:schemeClr val="bg1"/>
              </a:solidFill>
            </a:endParaRPr>
          </a:p>
          <a:p>
            <a:pPr marL="285750" lvl="0" indent="-285750">
              <a:buFont typeface="Arial" panose="020B0604020202020204" pitchFamily="34" charset="0"/>
              <a:buChar char="•"/>
            </a:pPr>
            <a:r>
              <a:rPr lang="ru-RU" sz="1600" dirty="0">
                <a:solidFill>
                  <a:schemeClr val="bg1"/>
                </a:solidFill>
              </a:rPr>
              <a:t>Разработка и реализация алгоритмов группировки переменных с учетом требований среды </a:t>
            </a:r>
            <a:r>
              <a:rPr lang="ru-RU" sz="1600" dirty="0" err="1">
                <a:solidFill>
                  <a:schemeClr val="bg1"/>
                </a:solidFill>
              </a:rPr>
              <a:t>Owen</a:t>
            </a:r>
            <a:r>
              <a:rPr lang="ru-RU" sz="1600" dirty="0">
                <a:solidFill>
                  <a:schemeClr val="bg1"/>
                </a:solidFill>
              </a:rPr>
              <a:t> </a:t>
            </a:r>
            <a:r>
              <a:rPr lang="ru-RU" sz="1600" dirty="0" err="1" smtClean="0">
                <a:solidFill>
                  <a:schemeClr val="bg1"/>
                </a:solidFill>
              </a:rPr>
              <a:t>Logic</a:t>
            </a:r>
            <a:endParaRPr lang="ru-RU" sz="1600" dirty="0" smtClean="0">
              <a:solidFill>
                <a:schemeClr val="bg1"/>
              </a:solidFill>
            </a:endParaRPr>
          </a:p>
          <a:p>
            <a:pPr lvl="0"/>
            <a:endParaRPr lang="ru-RU" sz="1600" dirty="0">
              <a:solidFill>
                <a:schemeClr val="bg1"/>
              </a:solidFill>
            </a:endParaRPr>
          </a:p>
          <a:p>
            <a:pPr marL="285750" lvl="0" indent="-285750">
              <a:buFont typeface="Arial" panose="020B0604020202020204" pitchFamily="34" charset="0"/>
              <a:buChar char="•"/>
            </a:pPr>
            <a:r>
              <a:rPr lang="ru-RU" sz="1600" dirty="0">
                <a:solidFill>
                  <a:schemeClr val="bg1"/>
                </a:solidFill>
              </a:rPr>
              <a:t>Тестирование работы модуля на оборудовании серии ПР200 с проверкой корректности формирования групповых запросов</a:t>
            </a:r>
          </a:p>
        </p:txBody>
      </p:sp>
      <p:pic>
        <p:nvPicPr>
          <p:cNvPr id="8" name="Рисунок 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103302" y="2723266"/>
            <a:ext cx="3956934" cy="3956934"/>
          </a:xfrm>
          <a:prstGeom prst="rect">
            <a:avLst/>
          </a:prstGeom>
        </p:spPr>
      </p:pic>
    </p:spTree>
    <p:extLst>
      <p:ext uri="{BB962C8B-B14F-4D97-AF65-F5344CB8AC3E}">
        <p14:creationId xmlns:p14="http://schemas.microsoft.com/office/powerpoint/2010/main" val="37334860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Заголовок 3">
            <a:extLst>
              <a:ext uri="{FF2B5EF4-FFF2-40B4-BE49-F238E27FC236}">
                <a16:creationId xmlns:a16="http://schemas.microsoft.com/office/drawing/2014/main" id="{315E3981-F0D7-482C-A8E0-6A57700BECA7}"/>
              </a:ext>
            </a:extLst>
          </p:cNvPr>
          <p:cNvSpPr>
            <a:spLocks noGrp="1"/>
          </p:cNvSpPr>
          <p:nvPr>
            <p:ph type="title"/>
          </p:nvPr>
        </p:nvSpPr>
        <p:spPr/>
        <p:txBody>
          <a:bodyPr rtlCol="0"/>
          <a:lstStyle/>
          <a:p>
            <a:pPr rtl="0"/>
            <a:r>
              <a:rPr lang="ru-RU"/>
              <a:t>Заголовок</a:t>
            </a:r>
          </a:p>
        </p:txBody>
      </p:sp>
      <p:pic>
        <p:nvPicPr>
          <p:cNvPr id="25" name="Рисунок 24" descr="Линейчатая диаграмма">
            <a:extLst>
              <a:ext uri="{FF2B5EF4-FFF2-40B4-BE49-F238E27FC236}">
                <a16:creationId xmlns:a16="http://schemas.microsoft.com/office/drawing/2014/main" id="{C03AAFA7-022A-47F8-9DA1-7DC3897D1E52}"/>
              </a:ext>
            </a:extLst>
          </p:cNvPr>
          <p:cNvPicPr>
            <a:picLocks noGrp="1" noChangeAspect="1"/>
          </p:cNvPicPr>
          <p:nvPr>
            <p:ph type="pic" sz="quarter" idx="13"/>
          </p:nvPr>
        </p:nvPicPr>
        <p:blipFill>
          <a:blip r:embed="rId3">
            <a:extLst>
              <a:ext uri="{28A0092B-C50C-407E-A947-70E740481C1C}">
                <a14:useLocalDpi xmlns:a14="http://schemas.microsoft.com/office/drawing/2010/main"/>
              </a:ext>
              <a:ext uri="{96DAC541-7B7A-43D3-8B79-37D633B846F1}">
                <asvg:svgBlip xmlns:asvg="http://schemas.microsoft.com/office/drawing/2016/SVG/main" xmlns="" r:embed="rId4"/>
              </a:ext>
            </a:extLst>
          </a:blip>
          <a:srcRect t="63" b="63"/>
          <a:stretch>
            <a:fillRect/>
          </a:stretch>
        </p:blipFill>
        <p:spPr>
          <a:xfrm>
            <a:off x="978212" y="2096716"/>
            <a:ext cx="1259505" cy="1259505"/>
          </a:xfrm>
        </p:spPr>
      </p:pic>
      <p:sp>
        <p:nvSpPr>
          <p:cNvPr id="19" name="Текст 18">
            <a:extLst>
              <a:ext uri="{FF2B5EF4-FFF2-40B4-BE49-F238E27FC236}">
                <a16:creationId xmlns:a16="http://schemas.microsoft.com/office/drawing/2014/main" id="{782206B1-586F-4254-9B36-D06C4E294ACF}"/>
              </a:ext>
            </a:extLst>
          </p:cNvPr>
          <p:cNvSpPr>
            <a:spLocks noGrp="1"/>
          </p:cNvSpPr>
          <p:nvPr>
            <p:ph type="body" sz="quarter" idx="18"/>
          </p:nvPr>
        </p:nvSpPr>
        <p:spPr/>
        <p:txBody>
          <a:bodyPr rtlCol="0"/>
          <a:lstStyle/>
          <a:p>
            <a:pPr rtl="0"/>
            <a:r>
              <a:rPr lang="ru-RU"/>
              <a:t>Заголовок 01 отображается здесь</a:t>
            </a:r>
          </a:p>
        </p:txBody>
      </p:sp>
      <p:pic>
        <p:nvPicPr>
          <p:cNvPr id="27" name="Рисунок 26" descr="Часы">
            <a:extLst>
              <a:ext uri="{FF2B5EF4-FFF2-40B4-BE49-F238E27FC236}">
                <a16:creationId xmlns:a16="http://schemas.microsoft.com/office/drawing/2014/main" id="{6F737161-FE67-434D-A781-59EDB9EDCB23}"/>
              </a:ext>
            </a:extLst>
          </p:cNvPr>
          <p:cNvPicPr>
            <a:picLocks noGrp="1" noChangeAspect="1"/>
          </p:cNvPicPr>
          <p:nvPr>
            <p:ph type="pic" sz="quarter" idx="14"/>
          </p:nvPr>
        </p:nvPicPr>
        <p:blipFill>
          <a:blip r:embed="rId5">
            <a:extLst>
              <a:ext uri="{28A0092B-C50C-407E-A947-70E740481C1C}">
                <a14:useLocalDpi xmlns:a14="http://schemas.microsoft.com/office/drawing/2010/main"/>
              </a:ext>
              <a:ext uri="{96DAC541-7B7A-43D3-8B79-37D633B846F1}">
                <asvg:svgBlip xmlns:asvg="http://schemas.microsoft.com/office/drawing/2016/SVG/main" xmlns="" r:embed="rId6"/>
              </a:ext>
            </a:extLst>
          </a:blip>
          <a:srcRect/>
          <a:stretch>
            <a:fillRect/>
          </a:stretch>
        </p:blipFill>
        <p:spPr/>
      </p:pic>
      <p:sp>
        <p:nvSpPr>
          <p:cNvPr id="20" name="Текст 19">
            <a:extLst>
              <a:ext uri="{FF2B5EF4-FFF2-40B4-BE49-F238E27FC236}">
                <a16:creationId xmlns:a16="http://schemas.microsoft.com/office/drawing/2014/main" id="{CB924A29-3538-4A3F-82A6-D2A7538C2111}"/>
              </a:ext>
            </a:extLst>
          </p:cNvPr>
          <p:cNvSpPr>
            <a:spLocks noGrp="1"/>
          </p:cNvSpPr>
          <p:nvPr>
            <p:ph type="body" sz="quarter" idx="19"/>
          </p:nvPr>
        </p:nvSpPr>
        <p:spPr/>
        <p:txBody>
          <a:bodyPr rtlCol="0"/>
          <a:lstStyle/>
          <a:p>
            <a:pPr rtl="0"/>
            <a:r>
              <a:rPr lang="ru-RU"/>
              <a:t>Заголовок 02 отображается здесь</a:t>
            </a:r>
          </a:p>
        </p:txBody>
      </p:sp>
      <p:pic>
        <p:nvPicPr>
          <p:cNvPr id="29" name="Рисунок 28" descr="Микроскоп">
            <a:extLst>
              <a:ext uri="{FF2B5EF4-FFF2-40B4-BE49-F238E27FC236}">
                <a16:creationId xmlns:a16="http://schemas.microsoft.com/office/drawing/2014/main" id="{9E5BF01B-21D6-4D43-9CAE-0298685C1A7B}"/>
              </a:ext>
            </a:extLst>
          </p:cNvPr>
          <p:cNvPicPr>
            <a:picLocks noGrp="1" noChangeAspect="1"/>
          </p:cNvPicPr>
          <p:nvPr>
            <p:ph type="pic" sz="quarter" idx="15"/>
          </p:nvPr>
        </p:nvPicPr>
        <p:blipFill>
          <a:blip r:embed="rId7">
            <a:extLst>
              <a:ext uri="{28A0092B-C50C-407E-A947-70E740481C1C}">
                <a14:useLocalDpi xmlns:a14="http://schemas.microsoft.com/office/drawing/2010/main"/>
              </a:ext>
              <a:ext uri="{96DAC541-7B7A-43D3-8B79-37D633B846F1}">
                <asvg:svgBlip xmlns:asvg="http://schemas.microsoft.com/office/drawing/2016/SVG/main" xmlns="" r:embed="rId8"/>
              </a:ext>
            </a:extLst>
          </a:blip>
          <a:srcRect t="63" b="63"/>
          <a:stretch>
            <a:fillRect/>
          </a:stretch>
        </p:blipFill>
        <p:spPr/>
      </p:pic>
      <p:sp>
        <p:nvSpPr>
          <p:cNvPr id="21" name="Текст 20">
            <a:extLst>
              <a:ext uri="{FF2B5EF4-FFF2-40B4-BE49-F238E27FC236}">
                <a16:creationId xmlns:a16="http://schemas.microsoft.com/office/drawing/2014/main" id="{1B8F0371-4F69-4131-91BF-9AB99E6EE89B}"/>
              </a:ext>
            </a:extLst>
          </p:cNvPr>
          <p:cNvSpPr>
            <a:spLocks noGrp="1"/>
          </p:cNvSpPr>
          <p:nvPr>
            <p:ph type="body" sz="quarter" idx="20"/>
          </p:nvPr>
        </p:nvSpPr>
        <p:spPr/>
        <p:txBody>
          <a:bodyPr rtlCol="0"/>
          <a:lstStyle/>
          <a:p>
            <a:pPr rtl="0"/>
            <a:r>
              <a:rPr lang="ru-RU" dirty="0"/>
              <a:t>Заголовок 03 отображается здесь</a:t>
            </a:r>
          </a:p>
        </p:txBody>
      </p:sp>
      <p:pic>
        <p:nvPicPr>
          <p:cNvPr id="31" name="Рисунок 30" descr="Увеличительное стекло">
            <a:extLst>
              <a:ext uri="{FF2B5EF4-FFF2-40B4-BE49-F238E27FC236}">
                <a16:creationId xmlns:a16="http://schemas.microsoft.com/office/drawing/2014/main" id="{089E8AB6-C16E-4752-810F-8F98DB929DB5}"/>
              </a:ext>
            </a:extLst>
          </p:cNvPr>
          <p:cNvPicPr>
            <a:picLocks noGrp="1" noChangeAspect="1"/>
          </p:cNvPicPr>
          <p:nvPr>
            <p:ph type="pic" sz="quarter" idx="16"/>
          </p:nvPr>
        </p:nvPicPr>
        <p:blipFill>
          <a:blip r:embed="rId9">
            <a:extLst>
              <a:ext uri="{28A0092B-C50C-407E-A947-70E740481C1C}">
                <a14:useLocalDpi xmlns:a14="http://schemas.microsoft.com/office/drawing/2010/main"/>
              </a:ext>
              <a:ext uri="{96DAC541-7B7A-43D3-8B79-37D633B846F1}">
                <asvg:svgBlip xmlns:asvg="http://schemas.microsoft.com/office/drawing/2016/SVG/main" xmlns="" r:embed="rId10"/>
              </a:ext>
            </a:extLst>
          </a:blip>
          <a:srcRect/>
          <a:stretch>
            <a:fillRect/>
          </a:stretch>
        </p:blipFill>
        <p:spPr/>
      </p:pic>
      <p:sp>
        <p:nvSpPr>
          <p:cNvPr id="22" name="Текст 21">
            <a:extLst>
              <a:ext uri="{FF2B5EF4-FFF2-40B4-BE49-F238E27FC236}">
                <a16:creationId xmlns:a16="http://schemas.microsoft.com/office/drawing/2014/main" id="{78CACAF1-61EA-4605-A8FE-2EEE752B49FF}"/>
              </a:ext>
            </a:extLst>
          </p:cNvPr>
          <p:cNvSpPr>
            <a:spLocks noGrp="1"/>
          </p:cNvSpPr>
          <p:nvPr>
            <p:ph type="body" sz="quarter" idx="21"/>
          </p:nvPr>
        </p:nvSpPr>
        <p:spPr/>
        <p:txBody>
          <a:bodyPr rtlCol="0"/>
          <a:lstStyle/>
          <a:p>
            <a:pPr rtl="0"/>
            <a:r>
              <a:rPr lang="ru-RU"/>
              <a:t>Заголовок 04 отображается здесь</a:t>
            </a:r>
          </a:p>
        </p:txBody>
      </p:sp>
      <p:pic>
        <p:nvPicPr>
          <p:cNvPr id="33" name="Рисунок 32" descr="Голова с шестеренками">
            <a:extLst>
              <a:ext uri="{FF2B5EF4-FFF2-40B4-BE49-F238E27FC236}">
                <a16:creationId xmlns:a16="http://schemas.microsoft.com/office/drawing/2014/main" id="{CC9DBBE5-5AD0-41E8-A719-84509E5D9F9E}"/>
              </a:ext>
            </a:extLst>
          </p:cNvPr>
          <p:cNvPicPr>
            <a:picLocks noGrp="1" noChangeAspect="1"/>
          </p:cNvPicPr>
          <p:nvPr>
            <p:ph type="pic" sz="quarter" idx="17"/>
          </p:nvPr>
        </p:nvPicPr>
        <p:blipFill>
          <a:blip r:embed="rId11">
            <a:extLst>
              <a:ext uri="{28A0092B-C50C-407E-A947-70E740481C1C}">
                <a14:useLocalDpi xmlns:a14="http://schemas.microsoft.com/office/drawing/2010/main"/>
              </a:ext>
              <a:ext uri="{96DAC541-7B7A-43D3-8B79-37D633B846F1}">
                <asvg:svgBlip xmlns:asvg="http://schemas.microsoft.com/office/drawing/2016/SVG/main" xmlns="" r:embed="rId12"/>
              </a:ext>
            </a:extLst>
          </a:blip>
          <a:srcRect t="63" b="63"/>
          <a:stretch>
            <a:fillRect/>
          </a:stretch>
        </p:blipFill>
        <p:spPr/>
      </p:pic>
      <p:sp>
        <p:nvSpPr>
          <p:cNvPr id="23" name="Текст 22">
            <a:extLst>
              <a:ext uri="{FF2B5EF4-FFF2-40B4-BE49-F238E27FC236}">
                <a16:creationId xmlns:a16="http://schemas.microsoft.com/office/drawing/2014/main" id="{8D05A34F-7712-46DB-AB5B-272E294B62EE}"/>
              </a:ext>
            </a:extLst>
          </p:cNvPr>
          <p:cNvSpPr>
            <a:spLocks noGrp="1"/>
          </p:cNvSpPr>
          <p:nvPr>
            <p:ph type="body" sz="quarter" idx="22"/>
          </p:nvPr>
        </p:nvSpPr>
        <p:spPr/>
        <p:txBody>
          <a:bodyPr rtlCol="0"/>
          <a:lstStyle/>
          <a:p>
            <a:pPr rtl="0"/>
            <a:r>
              <a:rPr lang="ru-RU"/>
              <a:t>Заголовок 05 отображается здесь</a:t>
            </a:r>
          </a:p>
        </p:txBody>
      </p:sp>
      <p:sp>
        <p:nvSpPr>
          <p:cNvPr id="2" name="Номер слайда 1">
            <a:extLst>
              <a:ext uri="{FF2B5EF4-FFF2-40B4-BE49-F238E27FC236}">
                <a16:creationId xmlns:a16="http://schemas.microsoft.com/office/drawing/2014/main" id="{CC1F11E7-EDE5-4119-BA64-4FC57C285D19}"/>
              </a:ext>
            </a:extLst>
          </p:cNvPr>
          <p:cNvSpPr>
            <a:spLocks noGrp="1"/>
          </p:cNvSpPr>
          <p:nvPr>
            <p:ph type="sldNum" sz="quarter" idx="12"/>
          </p:nvPr>
        </p:nvSpPr>
        <p:spPr/>
        <p:txBody>
          <a:bodyPr rtlCol="0"/>
          <a:lstStyle/>
          <a:p>
            <a:pPr rtl="0"/>
            <a:fld id="{C263D6C4-4840-40CC-AC84-17E24B3B7BDE}" type="slidenum">
              <a:rPr lang="ru-RU" smtClean="0"/>
              <a:pPr rtl="0"/>
              <a:t>3</a:t>
            </a:fld>
            <a:endParaRPr lang="ru-RU"/>
          </a:p>
        </p:txBody>
      </p:sp>
    </p:spTree>
    <p:extLst>
      <p:ext uri="{BB962C8B-B14F-4D97-AF65-F5344CB8AC3E}">
        <p14:creationId xmlns:p14="http://schemas.microsoft.com/office/powerpoint/2010/main" val="38921314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Заголовок 3">
            <a:extLst>
              <a:ext uri="{FF2B5EF4-FFF2-40B4-BE49-F238E27FC236}">
                <a16:creationId xmlns:a16="http://schemas.microsoft.com/office/drawing/2014/main" id="{315E3981-F0D7-482C-A8E0-6A57700BECA7}"/>
              </a:ext>
            </a:extLst>
          </p:cNvPr>
          <p:cNvSpPr>
            <a:spLocks noGrp="1"/>
          </p:cNvSpPr>
          <p:nvPr>
            <p:ph type="title"/>
          </p:nvPr>
        </p:nvSpPr>
        <p:spPr/>
        <p:txBody>
          <a:bodyPr rtlCol="0"/>
          <a:lstStyle/>
          <a:p>
            <a:pPr rtl="0"/>
            <a:r>
              <a:rPr lang="ru-RU"/>
              <a:t>Заголовок</a:t>
            </a:r>
          </a:p>
        </p:txBody>
      </p:sp>
      <p:pic>
        <p:nvPicPr>
          <p:cNvPr id="20" name="Рисунок 19" descr="Треугольный конструктивный шаблон с аналитикой">
            <a:extLst>
              <a:ext uri="{FF2B5EF4-FFF2-40B4-BE49-F238E27FC236}">
                <a16:creationId xmlns:a16="http://schemas.microsoft.com/office/drawing/2014/main" id="{3DCA2B8E-64D3-7645-8DEB-688ED5756F52}"/>
              </a:ext>
            </a:extLst>
          </p:cNvPr>
          <p:cNvPicPr>
            <a:picLocks noGrp="1" noChangeAspect="1"/>
          </p:cNvPicPr>
          <p:nvPr>
            <p:ph type="pic" sz="quarter" idx="19"/>
          </p:nvPr>
        </p:nvPicPr>
        <p:blipFill>
          <a:blip r:embed="rId3">
            <a:extLst>
              <a:ext uri="{28A0092B-C50C-407E-A947-70E740481C1C}">
                <a14:useLocalDpi xmlns:a14="http://schemas.microsoft.com/office/drawing/2010/main" val="0"/>
              </a:ext>
            </a:extLst>
          </a:blip>
          <a:srcRect/>
          <a:stretch>
            <a:fillRect/>
          </a:stretch>
        </p:blipFill>
        <p:spPr/>
      </p:pic>
      <p:sp>
        <p:nvSpPr>
          <p:cNvPr id="19" name="Текст 18">
            <a:extLst>
              <a:ext uri="{FF2B5EF4-FFF2-40B4-BE49-F238E27FC236}">
                <a16:creationId xmlns:a16="http://schemas.microsoft.com/office/drawing/2014/main" id="{782206B1-586F-4254-9B36-D06C4E294ACF}"/>
              </a:ext>
            </a:extLst>
          </p:cNvPr>
          <p:cNvSpPr>
            <a:spLocks noGrp="1"/>
          </p:cNvSpPr>
          <p:nvPr>
            <p:ph type="body" sz="quarter" idx="18"/>
          </p:nvPr>
        </p:nvSpPr>
        <p:spPr/>
        <p:txBody>
          <a:bodyPr rtlCol="0"/>
          <a:lstStyle/>
          <a:p>
            <a:pPr rtl="0"/>
            <a:r>
              <a:rPr lang="ru-RU"/>
              <a:t>Заголовок 01 отображается здесь</a:t>
            </a:r>
          </a:p>
        </p:txBody>
      </p:sp>
      <p:sp>
        <p:nvSpPr>
          <p:cNvPr id="21" name="Текст 20">
            <a:extLst>
              <a:ext uri="{FF2B5EF4-FFF2-40B4-BE49-F238E27FC236}">
                <a16:creationId xmlns:a16="http://schemas.microsoft.com/office/drawing/2014/main" id="{1B8F0371-4F69-4131-91BF-9AB99E6EE89B}"/>
              </a:ext>
            </a:extLst>
          </p:cNvPr>
          <p:cNvSpPr>
            <a:spLocks noGrp="1"/>
          </p:cNvSpPr>
          <p:nvPr>
            <p:ph type="body" sz="quarter" idx="20"/>
          </p:nvPr>
        </p:nvSpPr>
        <p:spPr/>
        <p:txBody>
          <a:bodyPr rtlCol="0"/>
          <a:lstStyle/>
          <a:p>
            <a:pPr rtl="0"/>
            <a:r>
              <a:rPr lang="ru-RU"/>
              <a:t>Заголовок 02 отображается здесь</a:t>
            </a:r>
          </a:p>
        </p:txBody>
      </p:sp>
      <p:sp>
        <p:nvSpPr>
          <p:cNvPr id="22" name="Текст 21">
            <a:extLst>
              <a:ext uri="{FF2B5EF4-FFF2-40B4-BE49-F238E27FC236}">
                <a16:creationId xmlns:a16="http://schemas.microsoft.com/office/drawing/2014/main" id="{78CACAF1-61EA-4605-A8FE-2EEE752B49FF}"/>
              </a:ext>
            </a:extLst>
          </p:cNvPr>
          <p:cNvSpPr>
            <a:spLocks noGrp="1"/>
          </p:cNvSpPr>
          <p:nvPr>
            <p:ph type="body" sz="quarter" idx="21"/>
          </p:nvPr>
        </p:nvSpPr>
        <p:spPr/>
        <p:txBody>
          <a:bodyPr rtlCol="0"/>
          <a:lstStyle/>
          <a:p>
            <a:pPr rtl="0"/>
            <a:r>
              <a:rPr lang="ru-RU"/>
              <a:t>Заголовок 03 отображается здесь</a:t>
            </a:r>
          </a:p>
        </p:txBody>
      </p:sp>
      <p:sp>
        <p:nvSpPr>
          <p:cNvPr id="2" name="Номер слайда 1">
            <a:extLst>
              <a:ext uri="{FF2B5EF4-FFF2-40B4-BE49-F238E27FC236}">
                <a16:creationId xmlns:a16="http://schemas.microsoft.com/office/drawing/2014/main" id="{2F478C69-0A1D-45FF-8600-ED903803FFE1}"/>
              </a:ext>
            </a:extLst>
          </p:cNvPr>
          <p:cNvSpPr>
            <a:spLocks noGrp="1"/>
          </p:cNvSpPr>
          <p:nvPr>
            <p:ph type="sldNum" sz="quarter" idx="12"/>
          </p:nvPr>
        </p:nvSpPr>
        <p:spPr/>
        <p:txBody>
          <a:bodyPr rtlCol="0"/>
          <a:lstStyle/>
          <a:p>
            <a:pPr rtl="0"/>
            <a:fld id="{C263D6C4-4840-40CC-AC84-17E24B3B7BDE}" type="slidenum">
              <a:rPr lang="ru-RU" smtClean="0"/>
              <a:pPr rtl="0"/>
              <a:t>4</a:t>
            </a:fld>
            <a:endParaRPr lang="ru-RU"/>
          </a:p>
        </p:txBody>
      </p:sp>
    </p:spTree>
    <p:extLst>
      <p:ext uri="{BB962C8B-B14F-4D97-AF65-F5344CB8AC3E}">
        <p14:creationId xmlns:p14="http://schemas.microsoft.com/office/powerpoint/2010/main" val="4511877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Заголовок 3">
            <a:extLst>
              <a:ext uri="{FF2B5EF4-FFF2-40B4-BE49-F238E27FC236}">
                <a16:creationId xmlns:a16="http://schemas.microsoft.com/office/drawing/2014/main" id="{315E3981-F0D7-482C-A8E0-6A57700BECA7}"/>
              </a:ext>
            </a:extLst>
          </p:cNvPr>
          <p:cNvSpPr>
            <a:spLocks noGrp="1"/>
          </p:cNvSpPr>
          <p:nvPr>
            <p:ph type="title"/>
          </p:nvPr>
        </p:nvSpPr>
        <p:spPr/>
        <p:txBody>
          <a:bodyPr rtlCol="0"/>
          <a:lstStyle/>
          <a:p>
            <a:pPr rtl="0"/>
            <a:r>
              <a:rPr lang="ru-RU" dirty="0"/>
              <a:t>Заголовок</a:t>
            </a:r>
          </a:p>
        </p:txBody>
      </p:sp>
      <p:sp>
        <p:nvSpPr>
          <p:cNvPr id="2" name="Номер слайда 1">
            <a:extLst>
              <a:ext uri="{FF2B5EF4-FFF2-40B4-BE49-F238E27FC236}">
                <a16:creationId xmlns:a16="http://schemas.microsoft.com/office/drawing/2014/main" id="{520FC4EE-F318-4344-9E3C-B950ADB63865}"/>
              </a:ext>
            </a:extLst>
          </p:cNvPr>
          <p:cNvSpPr>
            <a:spLocks noGrp="1"/>
          </p:cNvSpPr>
          <p:nvPr>
            <p:ph type="sldNum" sz="quarter" idx="12"/>
          </p:nvPr>
        </p:nvSpPr>
        <p:spPr/>
        <p:txBody>
          <a:bodyPr rtlCol="0"/>
          <a:lstStyle/>
          <a:p>
            <a:pPr rtl="0"/>
            <a:fld id="{C263D6C4-4840-40CC-AC84-17E24B3B7BDE}" type="slidenum">
              <a:rPr lang="ru-RU" smtClean="0"/>
              <a:pPr rtl="0"/>
              <a:t>5</a:t>
            </a:fld>
            <a:endParaRPr lang="ru-RU"/>
          </a:p>
        </p:txBody>
      </p:sp>
      <p:sp>
        <p:nvSpPr>
          <p:cNvPr id="7" name="Текст 6">
            <a:extLst>
              <a:ext uri="{FF2B5EF4-FFF2-40B4-BE49-F238E27FC236}">
                <a16:creationId xmlns:a16="http://schemas.microsoft.com/office/drawing/2014/main" id="{B74126B4-1E6C-4FFF-9282-40E18A85A07F}"/>
              </a:ext>
            </a:extLst>
          </p:cNvPr>
          <p:cNvSpPr>
            <a:spLocks noGrp="1"/>
          </p:cNvSpPr>
          <p:nvPr>
            <p:ph type="body" sz="quarter" idx="1"/>
          </p:nvPr>
        </p:nvSpPr>
        <p:spPr/>
        <p:txBody>
          <a:bodyPr rtlCol="0"/>
          <a:lstStyle/>
          <a:p>
            <a:pPr rtl="0"/>
            <a:r>
              <a:rPr lang="ru-RU"/>
              <a:t>Lorem ipsum dolor sit amet</a:t>
            </a:r>
          </a:p>
        </p:txBody>
      </p:sp>
      <p:sp>
        <p:nvSpPr>
          <p:cNvPr id="5" name="Текст 4">
            <a:extLst>
              <a:ext uri="{FF2B5EF4-FFF2-40B4-BE49-F238E27FC236}">
                <a16:creationId xmlns:a16="http://schemas.microsoft.com/office/drawing/2014/main" id="{E0C87788-476B-4620-8002-A5C1177AD6C1}"/>
              </a:ext>
            </a:extLst>
          </p:cNvPr>
          <p:cNvSpPr>
            <a:spLocks noGrp="1"/>
          </p:cNvSpPr>
          <p:nvPr>
            <p:ph type="body" sz="quarter" idx="3"/>
          </p:nvPr>
        </p:nvSpPr>
        <p:spPr/>
        <p:txBody>
          <a:bodyPr rtlCol="0"/>
          <a:lstStyle/>
          <a:p>
            <a:pPr rtl="0"/>
            <a:r>
              <a:rPr lang="ru-RU"/>
              <a:t>Lorem ipsum dolor sit amet</a:t>
            </a:r>
          </a:p>
        </p:txBody>
      </p:sp>
      <p:sp>
        <p:nvSpPr>
          <p:cNvPr id="8" name="Текст 7">
            <a:extLst>
              <a:ext uri="{FF2B5EF4-FFF2-40B4-BE49-F238E27FC236}">
                <a16:creationId xmlns:a16="http://schemas.microsoft.com/office/drawing/2014/main" id="{47DC4E62-1A34-4F98-A451-214F1808519C}"/>
              </a:ext>
            </a:extLst>
          </p:cNvPr>
          <p:cNvSpPr>
            <a:spLocks noGrp="1"/>
          </p:cNvSpPr>
          <p:nvPr>
            <p:ph type="body" sz="quarter" idx="2"/>
          </p:nvPr>
        </p:nvSpPr>
        <p:spPr/>
        <p:txBody>
          <a:bodyPr rtlCol="0"/>
          <a:lstStyle/>
          <a:p>
            <a:pPr rtl="0"/>
            <a:r>
              <a:rPr lang="ru-RU"/>
              <a:t>Lorem ipsum dolor sit amet, consectetuer adipiscing elit. Maecenas porttitor congue massa. Fusce posuere, magna sed pulvinar ultricies, purus lectus malesuada libero, sit amet commodo magna eros quis urna. Nunc viverra imperdiet enim. Fusce est. Vivamus a tellus.</a:t>
            </a:r>
          </a:p>
          <a:p>
            <a:pPr rtl="0"/>
            <a:r>
              <a:rPr lang="ru-RU"/>
              <a:t>Pellentesque habitant morbi tristique senectus et netus et malesuada fames ac turpis egestas. Proin pharetra nonummy pede. Mauris et orci.</a:t>
            </a:r>
          </a:p>
          <a:p>
            <a:pPr rtl="0"/>
            <a:endParaRPr lang="ru-RU"/>
          </a:p>
          <a:p>
            <a:pPr rtl="0"/>
            <a:endParaRPr lang="ru-RU"/>
          </a:p>
        </p:txBody>
      </p:sp>
      <p:sp>
        <p:nvSpPr>
          <p:cNvPr id="6" name="Текст 5">
            <a:extLst>
              <a:ext uri="{FF2B5EF4-FFF2-40B4-BE49-F238E27FC236}">
                <a16:creationId xmlns:a16="http://schemas.microsoft.com/office/drawing/2014/main" id="{000A9570-5EF6-4AFB-9FCA-7C8998E3FEB1}"/>
              </a:ext>
            </a:extLst>
          </p:cNvPr>
          <p:cNvSpPr>
            <a:spLocks noGrp="1"/>
          </p:cNvSpPr>
          <p:nvPr>
            <p:ph type="body" sz="quarter" idx="4"/>
          </p:nvPr>
        </p:nvSpPr>
        <p:spPr/>
        <p:txBody>
          <a:bodyPr rtlCol="0"/>
          <a:lstStyle/>
          <a:p>
            <a:pPr rtl="0"/>
            <a:r>
              <a:rPr lang="ru-RU"/>
              <a:t>Lorem ipsum dolor sit amet, consectetuer adipiscing elit. Maecenas porttitor congue massa. Fusce posuere, magna sed pulvinar ultricies, purus lectus malesuada libero, sit amet commodo magna eros quis urna. Nunc viverra imperdiet enim. Fusce est. Vivamus a tellus.</a:t>
            </a:r>
          </a:p>
          <a:p>
            <a:pPr rtl="0"/>
            <a:r>
              <a:rPr lang="ru-RU"/>
              <a:t>Pellentesque habitant morbi tristique senectus et netus et malesuada fames ac turpis egestas. Proin pharetra nonummy pede. Mauris et orci.</a:t>
            </a:r>
          </a:p>
          <a:p>
            <a:pPr rtl="0"/>
            <a:endParaRPr lang="ru-RU"/>
          </a:p>
        </p:txBody>
      </p:sp>
    </p:spTree>
    <p:extLst>
      <p:ext uri="{BB962C8B-B14F-4D97-AF65-F5344CB8AC3E}">
        <p14:creationId xmlns:p14="http://schemas.microsoft.com/office/powerpoint/2010/main" val="36072704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Заголовок 3">
            <a:extLst>
              <a:ext uri="{FF2B5EF4-FFF2-40B4-BE49-F238E27FC236}">
                <a16:creationId xmlns:a16="http://schemas.microsoft.com/office/drawing/2014/main" id="{E3BD8413-C238-49D7-A4E1-E8FEF1811A0E}"/>
              </a:ext>
            </a:extLst>
          </p:cNvPr>
          <p:cNvSpPr>
            <a:spLocks noGrp="1"/>
          </p:cNvSpPr>
          <p:nvPr>
            <p:ph type="title"/>
          </p:nvPr>
        </p:nvSpPr>
        <p:spPr/>
        <p:txBody>
          <a:bodyPr rtlCol="0"/>
          <a:lstStyle/>
          <a:p>
            <a:pPr rtl="0"/>
            <a:r>
              <a:rPr lang="ru-RU"/>
              <a:t>Заголовок раздела 01</a:t>
            </a:r>
          </a:p>
        </p:txBody>
      </p:sp>
      <p:sp>
        <p:nvSpPr>
          <p:cNvPr id="5" name="Текст 4">
            <a:extLst>
              <a:ext uri="{FF2B5EF4-FFF2-40B4-BE49-F238E27FC236}">
                <a16:creationId xmlns:a16="http://schemas.microsoft.com/office/drawing/2014/main" id="{0A95F4DE-39B7-4CE2-BC1E-8B8AE662A895}"/>
              </a:ext>
            </a:extLst>
          </p:cNvPr>
          <p:cNvSpPr>
            <a:spLocks noGrp="1"/>
          </p:cNvSpPr>
          <p:nvPr>
            <p:ph type="body" idx="1"/>
          </p:nvPr>
        </p:nvSpPr>
        <p:spPr/>
        <p:txBody>
          <a:bodyPr rtlCol="0"/>
          <a:lstStyle/>
          <a:p>
            <a:pPr rtl="0"/>
            <a:r>
              <a:rPr lang="ru-RU" dirty="0"/>
              <a:t>Подзаголовок</a:t>
            </a:r>
          </a:p>
        </p:txBody>
      </p:sp>
      <p:sp>
        <p:nvSpPr>
          <p:cNvPr id="2" name="Номер слайда 1">
            <a:extLst>
              <a:ext uri="{FF2B5EF4-FFF2-40B4-BE49-F238E27FC236}">
                <a16:creationId xmlns:a16="http://schemas.microsoft.com/office/drawing/2014/main" id="{0B24BF10-2B55-43AB-9F77-F1A1410384A9}"/>
              </a:ext>
            </a:extLst>
          </p:cNvPr>
          <p:cNvSpPr>
            <a:spLocks noGrp="1"/>
          </p:cNvSpPr>
          <p:nvPr>
            <p:ph type="sldNum" sz="quarter" idx="12"/>
          </p:nvPr>
        </p:nvSpPr>
        <p:spPr/>
        <p:txBody>
          <a:bodyPr rtlCol="0"/>
          <a:lstStyle/>
          <a:p>
            <a:pPr rtl="0"/>
            <a:fld id="{C263D6C4-4840-40CC-AC84-17E24B3B7BDE}" type="slidenum">
              <a:rPr lang="ru-RU" smtClean="0"/>
              <a:pPr rtl="0"/>
              <a:t>6</a:t>
            </a:fld>
            <a:endParaRPr lang="ru-RU"/>
          </a:p>
        </p:txBody>
      </p:sp>
    </p:spTree>
    <p:extLst>
      <p:ext uri="{BB962C8B-B14F-4D97-AF65-F5344CB8AC3E}">
        <p14:creationId xmlns:p14="http://schemas.microsoft.com/office/powerpoint/2010/main" val="29027943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Заголовок 3">
            <a:extLst>
              <a:ext uri="{FF2B5EF4-FFF2-40B4-BE49-F238E27FC236}">
                <a16:creationId xmlns:a16="http://schemas.microsoft.com/office/drawing/2014/main" id="{315E3981-F0D7-482C-A8E0-6A57700BECA7}"/>
              </a:ext>
            </a:extLst>
          </p:cNvPr>
          <p:cNvSpPr>
            <a:spLocks noGrp="1"/>
          </p:cNvSpPr>
          <p:nvPr>
            <p:ph type="title"/>
          </p:nvPr>
        </p:nvSpPr>
        <p:spPr>
          <a:xfrm>
            <a:off x="444500" y="542924"/>
            <a:ext cx="4282349" cy="798195"/>
          </a:xfrm>
        </p:spPr>
        <p:txBody>
          <a:bodyPr rtlCol="0"/>
          <a:lstStyle/>
          <a:p>
            <a:r>
              <a:rPr lang="ru-RU" sz="2400" dirty="0"/>
              <a:t>Ключевые условия группировки запросов</a:t>
            </a:r>
          </a:p>
        </p:txBody>
      </p:sp>
      <p:sp>
        <p:nvSpPr>
          <p:cNvPr id="19" name="Текст 18">
            <a:extLst>
              <a:ext uri="{FF2B5EF4-FFF2-40B4-BE49-F238E27FC236}">
                <a16:creationId xmlns:a16="http://schemas.microsoft.com/office/drawing/2014/main" id="{782206B1-586F-4254-9B36-D06C4E294ACF}"/>
              </a:ext>
            </a:extLst>
          </p:cNvPr>
          <p:cNvSpPr>
            <a:spLocks noGrp="1"/>
          </p:cNvSpPr>
          <p:nvPr>
            <p:ph type="body" sz="quarter" idx="18"/>
          </p:nvPr>
        </p:nvSpPr>
        <p:spPr>
          <a:xfrm>
            <a:off x="444500" y="1531474"/>
            <a:ext cx="3694684" cy="4576718"/>
          </a:xfrm>
        </p:spPr>
        <p:txBody>
          <a:bodyPr rtlCol="0"/>
          <a:lstStyle/>
          <a:p>
            <a:r>
              <a:rPr lang="ru-RU" b="1" dirty="0"/>
              <a:t>🔢 Устройство</a:t>
            </a:r>
            <a:r>
              <a:rPr lang="ru-RU" dirty="0"/>
              <a:t> — только переменные одного </a:t>
            </a:r>
            <a:r>
              <a:rPr lang="ru-RU" dirty="0" err="1" smtClean="0"/>
              <a:t>Slave</a:t>
            </a:r>
            <a:endParaRPr lang="ru-RU" dirty="0" smtClean="0"/>
          </a:p>
          <a:p>
            <a:endParaRPr lang="ru-RU" dirty="0"/>
          </a:p>
          <a:p>
            <a:r>
              <a:rPr lang="ru-RU" b="1" dirty="0"/>
              <a:t>📊 Тип данных</a:t>
            </a:r>
            <a:r>
              <a:rPr lang="ru-RU" dirty="0"/>
              <a:t> — одинаковый для всех переменных в </a:t>
            </a:r>
            <a:r>
              <a:rPr lang="ru-RU" dirty="0" smtClean="0"/>
              <a:t>группе</a:t>
            </a:r>
          </a:p>
          <a:p>
            <a:endParaRPr lang="ru-RU" dirty="0"/>
          </a:p>
          <a:p>
            <a:r>
              <a:rPr lang="ru-RU" b="1" dirty="0"/>
              <a:t>📍 Адреса</a:t>
            </a:r>
            <a:r>
              <a:rPr lang="ru-RU" dirty="0"/>
              <a:t> — последовательные без </a:t>
            </a:r>
            <a:r>
              <a:rPr lang="ru-RU" dirty="0" smtClean="0"/>
              <a:t>разрывов</a:t>
            </a:r>
          </a:p>
          <a:p>
            <a:endParaRPr lang="ru-RU" dirty="0"/>
          </a:p>
          <a:p>
            <a:r>
              <a:rPr lang="ru-RU" b="1" dirty="0"/>
              <a:t>🔄 Функции</a:t>
            </a:r>
            <a:r>
              <a:rPr lang="ru-RU" dirty="0"/>
              <a:t> — одинаковые операции </a:t>
            </a:r>
            <a:r>
              <a:rPr lang="ru-RU" dirty="0" smtClean="0"/>
              <a:t>чтения/записи</a:t>
            </a:r>
          </a:p>
          <a:p>
            <a:endParaRPr lang="ru-RU" dirty="0"/>
          </a:p>
          <a:p>
            <a:r>
              <a:rPr lang="ru-RU" b="1" dirty="0"/>
              <a:t>🕒</a:t>
            </a:r>
            <a:r>
              <a:rPr lang="ru-RU" b="1" dirty="0" smtClean="0"/>
              <a:t> </a:t>
            </a:r>
            <a:r>
              <a:rPr lang="ru-RU" b="1" dirty="0"/>
              <a:t>Условия</a:t>
            </a:r>
            <a:r>
              <a:rPr lang="ru-RU" dirty="0"/>
              <a:t> — совпадающие периоды или </a:t>
            </a:r>
            <a:r>
              <a:rPr lang="ru-RU" dirty="0" smtClean="0"/>
              <a:t>команды</a:t>
            </a:r>
          </a:p>
          <a:p>
            <a:endParaRPr lang="ru-RU" dirty="0"/>
          </a:p>
          <a:p>
            <a:r>
              <a:rPr lang="ru-RU" b="1" dirty="0" smtClean="0"/>
              <a:t>⚙️ Команды</a:t>
            </a:r>
            <a:r>
              <a:rPr lang="ru-RU" dirty="0"/>
              <a:t> — одна командная переменная на группу</a:t>
            </a:r>
          </a:p>
        </p:txBody>
      </p:sp>
      <p:sp>
        <p:nvSpPr>
          <p:cNvPr id="2" name="Номер слайда 1">
            <a:extLst>
              <a:ext uri="{FF2B5EF4-FFF2-40B4-BE49-F238E27FC236}">
                <a16:creationId xmlns:a16="http://schemas.microsoft.com/office/drawing/2014/main" id="{FAC2D367-2A6E-41FE-A9EA-24FF17BCAA97}"/>
              </a:ext>
            </a:extLst>
          </p:cNvPr>
          <p:cNvSpPr>
            <a:spLocks noGrp="1"/>
          </p:cNvSpPr>
          <p:nvPr>
            <p:ph type="sldNum" sz="quarter" idx="12"/>
          </p:nvPr>
        </p:nvSpPr>
        <p:spPr/>
        <p:txBody>
          <a:bodyPr rtlCol="0"/>
          <a:lstStyle/>
          <a:p>
            <a:pPr rtl="0"/>
            <a:fld id="{C263D6C4-4840-40CC-AC84-17E24B3B7BDE}" type="slidenum">
              <a:rPr lang="ru-RU" smtClean="0"/>
              <a:pPr rtl="0"/>
              <a:t>7</a:t>
            </a:fld>
            <a:endParaRPr lang="ru-RU"/>
          </a:p>
        </p:txBody>
      </p:sp>
      <p:pic>
        <p:nvPicPr>
          <p:cNvPr id="6" name="Рисунок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50081" y="-18288"/>
            <a:ext cx="7741920" cy="6224016"/>
          </a:xfrm>
          <a:prstGeom prst="rect">
            <a:avLst/>
          </a:prstGeom>
        </p:spPr>
      </p:pic>
    </p:spTree>
    <p:extLst>
      <p:ext uri="{BB962C8B-B14F-4D97-AF65-F5344CB8AC3E}">
        <p14:creationId xmlns:p14="http://schemas.microsoft.com/office/powerpoint/2010/main" val="6631033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Заголовок 4">
            <a:extLst>
              <a:ext uri="{FF2B5EF4-FFF2-40B4-BE49-F238E27FC236}">
                <a16:creationId xmlns:a16="http://schemas.microsoft.com/office/drawing/2014/main" id="{201323FB-427E-4A8D-B473-AB0657D8D23B}"/>
              </a:ext>
            </a:extLst>
          </p:cNvPr>
          <p:cNvSpPr>
            <a:spLocks noGrp="1"/>
          </p:cNvSpPr>
          <p:nvPr>
            <p:ph type="title"/>
          </p:nvPr>
        </p:nvSpPr>
        <p:spPr>
          <a:xfrm>
            <a:off x="444500" y="434813"/>
            <a:ext cx="4287521" cy="903148"/>
          </a:xfrm>
        </p:spPr>
        <p:txBody>
          <a:bodyPr rtlCol="0"/>
          <a:lstStyle/>
          <a:p>
            <a:r>
              <a:rPr lang="ru-RU" sz="2400" dirty="0"/>
              <a:t>Ограничения </a:t>
            </a:r>
            <a:r>
              <a:rPr lang="ru-RU" sz="2400" dirty="0" smtClean="0"/>
              <a:t>протоколов</a:t>
            </a:r>
            <a:r>
              <a:rPr lang="ru-RU" sz="2400" dirty="0"/>
              <a:t/>
            </a:r>
            <a:br>
              <a:rPr lang="ru-RU" sz="2400" dirty="0"/>
            </a:br>
            <a:r>
              <a:rPr lang="ru-RU" sz="2400" dirty="0" err="1" smtClean="0"/>
              <a:t>Modbus</a:t>
            </a:r>
            <a:r>
              <a:rPr lang="ru-RU" sz="2400" dirty="0" smtClean="0"/>
              <a:t> </a:t>
            </a:r>
            <a:r>
              <a:rPr lang="ru-RU" sz="2400" dirty="0"/>
              <a:t>RTU и ASCII</a:t>
            </a:r>
            <a:r>
              <a:rPr lang="ru-RU" dirty="0"/>
              <a:t/>
            </a:r>
            <a:br>
              <a:rPr lang="ru-RU" dirty="0"/>
            </a:br>
            <a:endParaRPr lang="ru-RU" dirty="0"/>
          </a:p>
        </p:txBody>
      </p:sp>
      <p:graphicFrame>
        <p:nvGraphicFramePr>
          <p:cNvPr id="6" name="Таблица 5">
            <a:extLst>
              <a:ext uri="{FF2B5EF4-FFF2-40B4-BE49-F238E27FC236}">
                <a16:creationId xmlns:a16="http://schemas.microsoft.com/office/drawing/2014/main" id="{E8EEB296-8554-4D20-B3B8-C0BBC380A58D}"/>
              </a:ext>
            </a:extLst>
          </p:cNvPr>
          <p:cNvGraphicFramePr>
            <a:graphicFrameLocks noGrp="1"/>
          </p:cNvGraphicFramePr>
          <p:nvPr>
            <p:extLst>
              <p:ext uri="{D42A27DB-BD31-4B8C-83A1-F6EECF244321}">
                <p14:modId xmlns:p14="http://schemas.microsoft.com/office/powerpoint/2010/main" val="3696786342"/>
              </p:ext>
            </p:extLst>
          </p:nvPr>
        </p:nvGraphicFramePr>
        <p:xfrm>
          <a:off x="444500" y="1337960"/>
          <a:ext cx="4287521" cy="3706482"/>
        </p:xfrm>
        <a:graphic>
          <a:graphicData uri="http://schemas.openxmlformats.org/drawingml/2006/table">
            <a:tbl>
              <a:tblPr firstRow="1" bandRow="1">
                <a:tableStyleId>{5C22544A-7EE6-4342-B048-85BDC9FD1C3A}</a:tableStyleId>
              </a:tblPr>
              <a:tblGrid>
                <a:gridCol w="1305818">
                  <a:extLst>
                    <a:ext uri="{9D8B030D-6E8A-4147-A177-3AD203B41FA5}">
                      <a16:colId xmlns:a16="http://schemas.microsoft.com/office/drawing/2014/main" val="3559833401"/>
                    </a:ext>
                  </a:extLst>
                </a:gridCol>
                <a:gridCol w="1189509">
                  <a:extLst>
                    <a:ext uri="{9D8B030D-6E8A-4147-A177-3AD203B41FA5}">
                      <a16:colId xmlns:a16="http://schemas.microsoft.com/office/drawing/2014/main" val="82523989"/>
                    </a:ext>
                  </a:extLst>
                </a:gridCol>
                <a:gridCol w="1792194">
                  <a:extLst>
                    <a:ext uri="{9D8B030D-6E8A-4147-A177-3AD203B41FA5}">
                      <a16:colId xmlns:a16="http://schemas.microsoft.com/office/drawing/2014/main" val="3211310719"/>
                    </a:ext>
                  </a:extLst>
                </a:gridCol>
              </a:tblGrid>
              <a:tr h="894668">
                <a:tc>
                  <a:txBody>
                    <a:bodyPr/>
                    <a:lstStyle/>
                    <a:p>
                      <a:pPr algn="ctr" rtl="0"/>
                      <a:r>
                        <a:rPr lang="ru-RU" sz="1800" b="1" i="0" kern="1200" smtClean="0">
                          <a:solidFill>
                            <a:schemeClr val="bg1"/>
                          </a:solidFill>
                          <a:effectLst/>
                          <a:latin typeface="+mn-lt"/>
                          <a:ea typeface="+mn-ea"/>
                          <a:cs typeface="+mn-cs"/>
                        </a:rPr>
                        <a:t>Протокол</a:t>
                      </a:r>
                      <a:endParaRPr lang="ru-RU" sz="1600" b="0" noProof="0" dirty="0">
                        <a:solidFill>
                          <a:schemeClr val="bg1"/>
                        </a:solidFill>
                        <a:latin typeface="+mn-lt"/>
                        <a:cs typeface="Arial" panose="020B0604020202020204" pitchFamily="34" charset="0"/>
                      </a:endParaRPr>
                    </a:p>
                  </a:txBody>
                  <a:tcPr anchor="ctr">
                    <a:lnL w="12700" cap="flat" cmpd="sng" algn="ctr">
                      <a:noFill/>
                      <a:prstDash val="solid"/>
                      <a:round/>
                      <a:headEnd type="none" w="med" len="med"/>
                      <a:tailEnd type="none" w="med" len="med"/>
                    </a:lnL>
                    <a:lnR w="12700" cap="flat" cmpd="sng" algn="ctr">
                      <a:solidFill>
                        <a:schemeClr val="accent2">
                          <a:lumMod val="75000"/>
                        </a:schemeClr>
                      </a:solidFill>
                      <a:prstDash val="solid"/>
                      <a:round/>
                      <a:headEnd type="none" w="med" len="med"/>
                      <a:tailEnd type="none" w="med" len="med"/>
                    </a:lnR>
                    <a:lnT w="38100" cap="flat" cmpd="sng" algn="ctr">
                      <a:solidFill>
                        <a:schemeClr val="accent2">
                          <a:lumMod val="75000"/>
                        </a:schemeClr>
                      </a:solidFill>
                      <a:prstDash val="solid"/>
                      <a:round/>
                      <a:headEnd type="none" w="med" len="med"/>
                      <a:tailEnd type="none" w="med" len="med"/>
                    </a:lnT>
                    <a:lnB w="38100" cap="flat" cmpd="sng" algn="ctr">
                      <a:solidFill>
                        <a:schemeClr val="accent2">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ru-RU" sz="1800" b="1" i="0" kern="1200" dirty="0" smtClean="0">
                          <a:solidFill>
                            <a:schemeClr val="bg1"/>
                          </a:solidFill>
                          <a:effectLst/>
                          <a:latin typeface="+mn-lt"/>
                          <a:ea typeface="+mn-ea"/>
                          <a:cs typeface="+mn-cs"/>
                        </a:rPr>
                        <a:t>Функция</a:t>
                      </a:r>
                      <a:endParaRPr lang="ru-RU" sz="1600" b="0" noProof="0" dirty="0">
                        <a:solidFill>
                          <a:schemeClr val="bg1"/>
                        </a:solidFill>
                        <a:latin typeface="+mn-lt"/>
                        <a:cs typeface="Arial" panose="020B0604020202020204" pitchFamily="34" charset="0"/>
                      </a:endParaRPr>
                    </a:p>
                  </a:txBody>
                  <a:tcPr anchor="ctr">
                    <a:lnL w="12700" cap="flat" cmpd="sng" algn="ctr">
                      <a:solidFill>
                        <a:schemeClr val="accent2">
                          <a:lumMod val="75000"/>
                        </a:schemeClr>
                      </a:solidFill>
                      <a:prstDash val="solid"/>
                      <a:round/>
                      <a:headEnd type="none" w="med" len="med"/>
                      <a:tailEnd type="none" w="med" len="med"/>
                    </a:lnL>
                    <a:lnR w="12700" cap="flat" cmpd="sng" algn="ctr">
                      <a:solidFill>
                        <a:schemeClr val="accent2">
                          <a:lumMod val="75000"/>
                        </a:schemeClr>
                      </a:solidFill>
                      <a:prstDash val="solid"/>
                      <a:round/>
                      <a:headEnd type="none" w="med" len="med"/>
                      <a:tailEnd type="none" w="med" len="med"/>
                    </a:lnR>
                    <a:lnT w="38100" cap="flat" cmpd="sng" algn="ctr">
                      <a:solidFill>
                        <a:schemeClr val="accent2">
                          <a:lumMod val="75000"/>
                        </a:schemeClr>
                      </a:solidFill>
                      <a:prstDash val="solid"/>
                      <a:round/>
                      <a:headEnd type="none" w="med" len="med"/>
                      <a:tailEnd type="none" w="med" len="med"/>
                    </a:lnT>
                    <a:lnB w="38100" cap="flat" cmpd="sng" algn="ctr">
                      <a:solidFill>
                        <a:schemeClr val="accent2">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ru-RU" sz="1800" b="1" i="0" kern="1200" dirty="0" smtClean="0">
                          <a:solidFill>
                            <a:schemeClr val="bg1"/>
                          </a:solidFill>
                          <a:effectLst/>
                          <a:latin typeface="+mn-lt"/>
                          <a:ea typeface="+mn-ea"/>
                          <a:cs typeface="+mn-cs"/>
                        </a:rPr>
                        <a:t>Макс. регистров</a:t>
                      </a:r>
                      <a:endParaRPr lang="ru-RU" sz="1600" b="0" noProof="0" dirty="0">
                        <a:solidFill>
                          <a:schemeClr val="bg1"/>
                        </a:solidFill>
                        <a:latin typeface="+mn-lt"/>
                        <a:cs typeface="Arial" panose="020B0604020202020204" pitchFamily="34" charset="0"/>
                      </a:endParaRPr>
                    </a:p>
                  </a:txBody>
                  <a:tcPr anchor="ctr">
                    <a:lnL w="12700" cap="flat" cmpd="sng" algn="ctr">
                      <a:solidFill>
                        <a:schemeClr val="accent2">
                          <a:lumMod val="75000"/>
                        </a:schemeClr>
                      </a:solidFill>
                      <a:prstDash val="solid"/>
                      <a:round/>
                      <a:headEnd type="none" w="med" len="med"/>
                      <a:tailEnd type="none" w="med" len="med"/>
                    </a:lnL>
                    <a:lnR w="12700" cap="flat" cmpd="sng" algn="ctr">
                      <a:noFill/>
                      <a:prstDash val="solid"/>
                      <a:round/>
                      <a:headEnd type="none" w="med" len="med"/>
                      <a:tailEnd type="none" w="med" len="med"/>
                    </a:lnR>
                    <a:lnT w="38100" cap="flat" cmpd="sng" algn="ctr">
                      <a:solidFill>
                        <a:schemeClr val="accent2">
                          <a:lumMod val="75000"/>
                        </a:schemeClr>
                      </a:solidFill>
                      <a:prstDash val="solid"/>
                      <a:round/>
                      <a:headEnd type="none" w="med" len="med"/>
                      <a:tailEnd type="none" w="med" len="med"/>
                    </a:lnT>
                    <a:lnB w="38100" cap="flat" cmpd="sng" algn="ctr">
                      <a:solidFill>
                        <a:schemeClr val="accent2">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6630617"/>
                  </a:ext>
                </a:extLst>
              </a:tr>
              <a:tr h="894668">
                <a:tc>
                  <a:txBody>
                    <a:bodyPr/>
                    <a:lstStyle/>
                    <a:p>
                      <a:pPr algn="ctr" rtl="0"/>
                      <a:r>
                        <a:rPr lang="en-US" sz="1800" b="0" i="0" kern="1200" dirty="0" smtClean="0">
                          <a:solidFill>
                            <a:schemeClr val="bg1"/>
                          </a:solidFill>
                          <a:effectLst/>
                          <a:latin typeface="+mn-lt"/>
                          <a:ea typeface="+mn-ea"/>
                          <a:cs typeface="+mn-cs"/>
                        </a:rPr>
                        <a:t>RTU</a:t>
                      </a:r>
                      <a:endParaRPr lang="ru-RU" sz="1400" noProof="0" dirty="0">
                        <a:solidFill>
                          <a:schemeClr val="bg1"/>
                        </a:solidFill>
                        <a:latin typeface="+mn-lt"/>
                      </a:endParaRPr>
                    </a:p>
                  </a:txBody>
                  <a:tcPr anchor="ctr">
                    <a:lnL w="38100" cap="flat" cmpd="sng" algn="ctr">
                      <a:noFill/>
                      <a:prstDash val="solid"/>
                      <a:round/>
                      <a:headEnd type="none" w="med" len="med"/>
                      <a:tailEnd type="none" w="med" len="med"/>
                    </a:lnL>
                    <a:lnR w="12700" cap="flat" cmpd="sng" algn="ctr">
                      <a:solidFill>
                        <a:schemeClr val="accent2">
                          <a:lumMod val="75000"/>
                        </a:schemeClr>
                      </a:solidFill>
                      <a:prstDash val="solid"/>
                      <a:round/>
                      <a:headEnd type="none" w="med" len="med"/>
                      <a:tailEnd type="none" w="med" len="med"/>
                    </a:lnR>
                    <a:lnT w="38100" cap="flat" cmpd="sng" algn="ctr">
                      <a:solidFill>
                        <a:schemeClr val="accent2">
                          <a:lumMod val="75000"/>
                        </a:schemeClr>
                      </a:solidFill>
                      <a:prstDash val="solid"/>
                      <a:round/>
                      <a:headEnd type="none" w="med" len="med"/>
                      <a:tailEnd type="none" w="med" len="med"/>
                    </a:lnT>
                    <a:lnB w="12700" cap="flat" cmpd="sng" algn="ctr">
                      <a:solidFill>
                        <a:schemeClr val="accent2">
                          <a:lumMod val="75000"/>
                        </a:schemeClr>
                      </a:solidFill>
                      <a:prstDash val="solid"/>
                      <a:round/>
                      <a:headEnd type="none" w="med" len="med"/>
                      <a:tailEnd type="none" w="med" len="med"/>
                    </a:lnB>
                    <a:noFill/>
                  </a:tcPr>
                </a:tc>
                <a:tc>
                  <a:txBody>
                    <a:bodyPr/>
                    <a:lstStyle/>
                    <a:p>
                      <a:pPr algn="ctr" rtl="0"/>
                      <a:r>
                        <a:rPr lang="en-US" sz="1800" b="0" i="0" kern="1200" dirty="0" smtClean="0">
                          <a:solidFill>
                            <a:schemeClr val="bg1"/>
                          </a:solidFill>
                          <a:effectLst/>
                          <a:latin typeface="+mn-lt"/>
                          <a:ea typeface="+mn-ea"/>
                          <a:cs typeface="+mn-cs"/>
                        </a:rPr>
                        <a:t>0x03, 0x04</a:t>
                      </a:r>
                      <a:endParaRPr lang="ru-RU" sz="1400" noProof="0" dirty="0">
                        <a:solidFill>
                          <a:schemeClr val="bg1"/>
                        </a:solidFill>
                        <a:latin typeface="+mn-lt"/>
                      </a:endParaRPr>
                    </a:p>
                  </a:txBody>
                  <a:tcPr anchor="ctr">
                    <a:lnL w="12700" cap="flat" cmpd="sng" algn="ctr">
                      <a:solidFill>
                        <a:schemeClr val="accent2">
                          <a:lumMod val="75000"/>
                        </a:schemeClr>
                      </a:solidFill>
                      <a:prstDash val="solid"/>
                      <a:round/>
                      <a:headEnd type="none" w="med" len="med"/>
                      <a:tailEnd type="none" w="med" len="med"/>
                    </a:lnL>
                    <a:lnR w="12700" cap="flat" cmpd="sng" algn="ctr">
                      <a:solidFill>
                        <a:schemeClr val="accent2">
                          <a:lumMod val="75000"/>
                        </a:schemeClr>
                      </a:solidFill>
                      <a:prstDash val="solid"/>
                      <a:round/>
                      <a:headEnd type="none" w="med" len="med"/>
                      <a:tailEnd type="none" w="med" len="med"/>
                    </a:lnR>
                    <a:lnT w="38100" cap="flat" cmpd="sng" algn="ctr">
                      <a:solidFill>
                        <a:schemeClr val="accent2">
                          <a:lumMod val="75000"/>
                        </a:schemeClr>
                      </a:solidFill>
                      <a:prstDash val="solid"/>
                      <a:round/>
                      <a:headEnd type="none" w="med" len="med"/>
                      <a:tailEnd type="none" w="med" len="med"/>
                    </a:lnT>
                    <a:lnB w="12700" cap="flat" cmpd="sng" algn="ctr">
                      <a:solidFill>
                        <a:schemeClr val="accent2">
                          <a:lumMod val="75000"/>
                        </a:schemeClr>
                      </a:solidFill>
                      <a:prstDash val="solid"/>
                      <a:round/>
                      <a:headEnd type="none" w="med" len="med"/>
                      <a:tailEnd type="none" w="med" len="med"/>
                    </a:lnB>
                    <a:noFill/>
                  </a:tcPr>
                </a:tc>
                <a:tc>
                  <a:txBody>
                    <a:bodyPr/>
                    <a:lstStyle/>
                    <a:p>
                      <a:pPr algn="ctr" rtl="0"/>
                      <a:r>
                        <a:rPr lang="ru-RU" sz="1800" b="0" i="0" kern="1200" dirty="0" smtClean="0">
                          <a:solidFill>
                            <a:schemeClr val="bg1"/>
                          </a:solidFill>
                          <a:effectLst/>
                          <a:latin typeface="+mn-lt"/>
                          <a:ea typeface="+mn-ea"/>
                          <a:cs typeface="+mn-cs"/>
                        </a:rPr>
                        <a:t>125</a:t>
                      </a:r>
                      <a:endParaRPr lang="ru-RU" sz="1400" noProof="0" dirty="0">
                        <a:solidFill>
                          <a:schemeClr val="bg1"/>
                        </a:solidFill>
                        <a:latin typeface="+mn-lt"/>
                      </a:endParaRPr>
                    </a:p>
                  </a:txBody>
                  <a:tcPr anchor="ctr">
                    <a:lnL w="12700" cap="flat" cmpd="sng" algn="ctr">
                      <a:solidFill>
                        <a:schemeClr val="accent2">
                          <a:lumMod val="75000"/>
                        </a:schemeClr>
                      </a:solidFill>
                      <a:prstDash val="solid"/>
                      <a:round/>
                      <a:headEnd type="none" w="med" len="med"/>
                      <a:tailEnd type="none" w="med" len="med"/>
                    </a:lnL>
                    <a:lnR w="12700" cap="flat" cmpd="sng" algn="ctr">
                      <a:noFill/>
                      <a:prstDash val="solid"/>
                      <a:round/>
                      <a:headEnd type="none" w="med" len="med"/>
                      <a:tailEnd type="none" w="med" len="med"/>
                    </a:lnR>
                    <a:lnT w="38100" cap="flat" cmpd="sng" algn="ctr">
                      <a:solidFill>
                        <a:schemeClr val="accent2">
                          <a:lumMod val="75000"/>
                        </a:schemeClr>
                      </a:solidFill>
                      <a:prstDash val="solid"/>
                      <a:round/>
                      <a:headEnd type="none" w="med" len="med"/>
                      <a:tailEnd type="none" w="med" len="med"/>
                    </a:lnT>
                    <a:lnB w="12700" cap="flat" cmpd="sng" algn="ctr">
                      <a:solidFill>
                        <a:schemeClr val="accent2">
                          <a:lumMod val="75000"/>
                        </a:schemeClr>
                      </a:solidFill>
                      <a:prstDash val="solid"/>
                      <a:round/>
                      <a:headEnd type="none" w="med" len="med"/>
                      <a:tailEnd type="none" w="med" len="med"/>
                    </a:lnB>
                    <a:noFill/>
                  </a:tcPr>
                </a:tc>
                <a:extLst>
                  <a:ext uri="{0D108BD9-81ED-4DB2-BD59-A6C34878D82A}">
                    <a16:rowId xmlns:a16="http://schemas.microsoft.com/office/drawing/2014/main" val="3446274366"/>
                  </a:ext>
                </a:extLst>
              </a:tr>
              <a:tr h="511239">
                <a:tc>
                  <a:txBody>
                    <a:bodyPr/>
                    <a:lstStyle/>
                    <a:p>
                      <a:pPr algn="ctr" rtl="0"/>
                      <a:r>
                        <a:rPr lang="en-US" sz="1800" b="0" i="0" kern="1200" dirty="0" smtClean="0">
                          <a:solidFill>
                            <a:schemeClr val="bg1"/>
                          </a:solidFill>
                          <a:effectLst/>
                          <a:latin typeface="+mn-lt"/>
                          <a:ea typeface="+mn-ea"/>
                          <a:cs typeface="+mn-cs"/>
                        </a:rPr>
                        <a:t>RTU</a:t>
                      </a:r>
                      <a:endParaRPr lang="ru-RU" sz="1400" noProof="0" dirty="0">
                        <a:solidFill>
                          <a:schemeClr val="bg1"/>
                        </a:solidFill>
                        <a:latin typeface="+mn-lt"/>
                      </a:endParaRPr>
                    </a:p>
                  </a:txBody>
                  <a:tcPr anchor="ctr">
                    <a:lnL w="38100" cap="flat" cmpd="sng" algn="ctr">
                      <a:noFill/>
                      <a:prstDash val="solid"/>
                      <a:round/>
                      <a:headEnd type="none" w="med" len="med"/>
                      <a:tailEnd type="none" w="med" len="med"/>
                    </a:lnL>
                    <a:lnR w="12700" cap="flat" cmpd="sng" algn="ctr">
                      <a:solidFill>
                        <a:schemeClr val="accent2">
                          <a:lumMod val="75000"/>
                        </a:schemeClr>
                      </a:solidFill>
                      <a:prstDash val="solid"/>
                      <a:round/>
                      <a:headEnd type="none" w="med" len="med"/>
                      <a:tailEnd type="none" w="med" len="med"/>
                    </a:lnR>
                    <a:lnT w="12700" cap="flat" cmpd="sng" algn="ctr">
                      <a:solidFill>
                        <a:schemeClr val="accent2">
                          <a:lumMod val="75000"/>
                        </a:schemeClr>
                      </a:solidFill>
                      <a:prstDash val="solid"/>
                      <a:round/>
                      <a:headEnd type="none" w="med" len="med"/>
                      <a:tailEnd type="none" w="med" len="med"/>
                    </a:lnT>
                    <a:lnB w="12700" cap="flat" cmpd="sng" algn="ctr">
                      <a:solidFill>
                        <a:schemeClr val="accent2">
                          <a:lumMod val="75000"/>
                        </a:schemeClr>
                      </a:solidFill>
                      <a:prstDash val="solid"/>
                      <a:round/>
                      <a:headEnd type="none" w="med" len="med"/>
                      <a:tailEnd type="none" w="med" len="med"/>
                    </a:lnB>
                    <a:solidFill>
                      <a:schemeClr val="accent5"/>
                    </a:solidFill>
                  </a:tcPr>
                </a:tc>
                <a:tc>
                  <a:txBody>
                    <a:bodyPr/>
                    <a:lstStyle/>
                    <a:p>
                      <a:pPr algn="ctr" rtl="0"/>
                      <a:r>
                        <a:rPr lang="en-US" sz="1800" b="0" i="0" kern="1200" dirty="0" smtClean="0">
                          <a:solidFill>
                            <a:schemeClr val="bg1"/>
                          </a:solidFill>
                          <a:effectLst/>
                          <a:latin typeface="+mn-lt"/>
                          <a:ea typeface="+mn-ea"/>
                          <a:cs typeface="+mn-cs"/>
                        </a:rPr>
                        <a:t>0x10</a:t>
                      </a:r>
                      <a:endParaRPr lang="ru-RU" sz="1400" noProof="0" dirty="0">
                        <a:solidFill>
                          <a:schemeClr val="bg1"/>
                        </a:solidFill>
                        <a:latin typeface="+mn-lt"/>
                      </a:endParaRPr>
                    </a:p>
                  </a:txBody>
                  <a:tcPr anchor="ctr">
                    <a:lnL w="12700" cap="flat" cmpd="sng" algn="ctr">
                      <a:solidFill>
                        <a:schemeClr val="accent2">
                          <a:lumMod val="75000"/>
                        </a:schemeClr>
                      </a:solidFill>
                      <a:prstDash val="solid"/>
                      <a:round/>
                      <a:headEnd type="none" w="med" len="med"/>
                      <a:tailEnd type="none" w="med" len="med"/>
                    </a:lnL>
                    <a:lnR w="12700" cap="flat" cmpd="sng" algn="ctr">
                      <a:solidFill>
                        <a:schemeClr val="accent2">
                          <a:lumMod val="75000"/>
                        </a:schemeClr>
                      </a:solidFill>
                      <a:prstDash val="solid"/>
                      <a:round/>
                      <a:headEnd type="none" w="med" len="med"/>
                      <a:tailEnd type="none" w="med" len="med"/>
                    </a:lnR>
                    <a:lnT w="12700" cap="flat" cmpd="sng" algn="ctr">
                      <a:solidFill>
                        <a:schemeClr val="accent2">
                          <a:lumMod val="75000"/>
                        </a:schemeClr>
                      </a:solidFill>
                      <a:prstDash val="solid"/>
                      <a:round/>
                      <a:headEnd type="none" w="med" len="med"/>
                      <a:tailEnd type="none" w="med" len="med"/>
                    </a:lnT>
                    <a:lnB w="12700" cap="flat" cmpd="sng" algn="ctr">
                      <a:solidFill>
                        <a:schemeClr val="accent2">
                          <a:lumMod val="75000"/>
                        </a:schemeClr>
                      </a:solidFill>
                      <a:prstDash val="solid"/>
                      <a:round/>
                      <a:headEnd type="none" w="med" len="med"/>
                      <a:tailEnd type="none" w="med" len="med"/>
                    </a:lnB>
                    <a:solidFill>
                      <a:schemeClr val="accent5"/>
                    </a:solidFill>
                  </a:tcPr>
                </a:tc>
                <a:tc>
                  <a:txBody>
                    <a:bodyPr/>
                    <a:lstStyle/>
                    <a:p>
                      <a:pPr algn="ctr" rtl="0"/>
                      <a:r>
                        <a:rPr lang="ru-RU" sz="1800" b="0" i="0" kern="1200" dirty="0" smtClean="0">
                          <a:solidFill>
                            <a:schemeClr val="bg1"/>
                          </a:solidFill>
                          <a:effectLst/>
                          <a:latin typeface="+mn-lt"/>
                          <a:ea typeface="+mn-ea"/>
                          <a:cs typeface="+mn-cs"/>
                        </a:rPr>
                        <a:t>123</a:t>
                      </a:r>
                      <a:endParaRPr lang="ru-RU" sz="1400" noProof="0" dirty="0">
                        <a:solidFill>
                          <a:schemeClr val="bg1"/>
                        </a:solidFill>
                        <a:latin typeface="+mn-lt"/>
                      </a:endParaRPr>
                    </a:p>
                  </a:txBody>
                  <a:tcPr anchor="ctr">
                    <a:lnL w="12700" cap="flat" cmpd="sng" algn="ctr">
                      <a:solidFill>
                        <a:schemeClr val="accent2">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accent2">
                          <a:lumMod val="75000"/>
                        </a:schemeClr>
                      </a:solidFill>
                      <a:prstDash val="solid"/>
                      <a:round/>
                      <a:headEnd type="none" w="med" len="med"/>
                      <a:tailEnd type="none" w="med" len="med"/>
                    </a:lnT>
                    <a:lnB w="12700" cap="flat" cmpd="sng" algn="ctr">
                      <a:solidFill>
                        <a:schemeClr val="accent2">
                          <a:lumMod val="75000"/>
                        </a:schemeClr>
                      </a:solidFill>
                      <a:prstDash val="solid"/>
                      <a:round/>
                      <a:headEnd type="none" w="med" len="med"/>
                      <a:tailEnd type="none" w="med" len="med"/>
                    </a:lnB>
                    <a:solidFill>
                      <a:schemeClr val="accent5"/>
                    </a:solidFill>
                  </a:tcPr>
                </a:tc>
                <a:extLst>
                  <a:ext uri="{0D108BD9-81ED-4DB2-BD59-A6C34878D82A}">
                    <a16:rowId xmlns:a16="http://schemas.microsoft.com/office/drawing/2014/main" val="1758271508"/>
                  </a:ext>
                </a:extLst>
              </a:tr>
              <a:tr h="894668">
                <a:tc>
                  <a:txBody>
                    <a:bodyPr/>
                    <a:lstStyle/>
                    <a:p>
                      <a:pPr algn="ctr" rtl="0"/>
                      <a:r>
                        <a:rPr lang="en-US" sz="1800" b="0" i="0" kern="1200" dirty="0" smtClean="0">
                          <a:solidFill>
                            <a:schemeClr val="bg1"/>
                          </a:solidFill>
                          <a:effectLst/>
                          <a:latin typeface="+mn-lt"/>
                          <a:ea typeface="+mn-ea"/>
                          <a:cs typeface="+mn-cs"/>
                        </a:rPr>
                        <a:t>ASCII</a:t>
                      </a:r>
                      <a:endParaRPr lang="ru-RU" sz="1400" noProof="0" dirty="0">
                        <a:solidFill>
                          <a:schemeClr val="bg1"/>
                        </a:solidFill>
                        <a:latin typeface="+mn-lt"/>
                      </a:endParaRPr>
                    </a:p>
                  </a:txBody>
                  <a:tcPr anchor="ctr">
                    <a:lnL w="38100" cap="flat" cmpd="sng" algn="ctr">
                      <a:noFill/>
                      <a:prstDash val="solid"/>
                      <a:round/>
                      <a:headEnd type="none" w="med" len="med"/>
                      <a:tailEnd type="none" w="med" len="med"/>
                    </a:lnL>
                    <a:lnR w="12700" cap="flat" cmpd="sng" algn="ctr">
                      <a:solidFill>
                        <a:schemeClr val="accent2">
                          <a:lumMod val="75000"/>
                        </a:schemeClr>
                      </a:solidFill>
                      <a:prstDash val="solid"/>
                      <a:round/>
                      <a:headEnd type="none" w="med" len="med"/>
                      <a:tailEnd type="none" w="med" len="med"/>
                    </a:lnR>
                    <a:lnT w="12700" cap="flat" cmpd="sng" algn="ctr">
                      <a:solidFill>
                        <a:schemeClr val="accent2">
                          <a:lumMod val="75000"/>
                        </a:schemeClr>
                      </a:solidFill>
                      <a:prstDash val="solid"/>
                      <a:round/>
                      <a:headEnd type="none" w="med" len="med"/>
                      <a:tailEnd type="none" w="med" len="med"/>
                    </a:lnT>
                    <a:lnB w="12700" cap="flat" cmpd="sng" algn="ctr">
                      <a:solidFill>
                        <a:schemeClr val="accent2">
                          <a:lumMod val="75000"/>
                        </a:schemeClr>
                      </a:solidFill>
                      <a:prstDash val="solid"/>
                      <a:round/>
                      <a:headEnd type="none" w="med" len="med"/>
                      <a:tailEnd type="none" w="med" len="med"/>
                    </a:lnB>
                    <a:noFill/>
                  </a:tcPr>
                </a:tc>
                <a:tc>
                  <a:txBody>
                    <a:bodyPr/>
                    <a:lstStyle/>
                    <a:p>
                      <a:pPr algn="ctr" rtl="0"/>
                      <a:r>
                        <a:rPr lang="en-US" sz="1800" b="0" i="0" kern="1200" dirty="0" smtClean="0">
                          <a:solidFill>
                            <a:schemeClr val="bg1"/>
                          </a:solidFill>
                          <a:effectLst/>
                          <a:latin typeface="+mn-lt"/>
                          <a:ea typeface="+mn-ea"/>
                          <a:cs typeface="+mn-cs"/>
                        </a:rPr>
                        <a:t>0x03, 0x04</a:t>
                      </a:r>
                      <a:endParaRPr lang="ru-RU" sz="1400" noProof="0" dirty="0">
                        <a:solidFill>
                          <a:schemeClr val="bg1"/>
                        </a:solidFill>
                        <a:latin typeface="+mn-lt"/>
                      </a:endParaRPr>
                    </a:p>
                  </a:txBody>
                  <a:tcPr anchor="ctr">
                    <a:lnL w="12700" cap="flat" cmpd="sng" algn="ctr">
                      <a:solidFill>
                        <a:schemeClr val="accent2">
                          <a:lumMod val="75000"/>
                        </a:schemeClr>
                      </a:solidFill>
                      <a:prstDash val="solid"/>
                      <a:round/>
                      <a:headEnd type="none" w="med" len="med"/>
                      <a:tailEnd type="none" w="med" len="med"/>
                    </a:lnL>
                    <a:lnR w="12700" cap="flat" cmpd="sng" algn="ctr">
                      <a:solidFill>
                        <a:schemeClr val="accent2">
                          <a:lumMod val="75000"/>
                        </a:schemeClr>
                      </a:solidFill>
                      <a:prstDash val="solid"/>
                      <a:round/>
                      <a:headEnd type="none" w="med" len="med"/>
                      <a:tailEnd type="none" w="med" len="med"/>
                    </a:lnR>
                    <a:lnT w="12700" cap="flat" cmpd="sng" algn="ctr">
                      <a:solidFill>
                        <a:schemeClr val="accent2">
                          <a:lumMod val="75000"/>
                        </a:schemeClr>
                      </a:solidFill>
                      <a:prstDash val="solid"/>
                      <a:round/>
                      <a:headEnd type="none" w="med" len="med"/>
                      <a:tailEnd type="none" w="med" len="med"/>
                    </a:lnT>
                    <a:lnB w="12700" cap="flat" cmpd="sng" algn="ctr">
                      <a:solidFill>
                        <a:schemeClr val="accent2">
                          <a:lumMod val="75000"/>
                        </a:schemeClr>
                      </a:solidFill>
                      <a:prstDash val="solid"/>
                      <a:round/>
                      <a:headEnd type="none" w="med" len="med"/>
                      <a:tailEnd type="none" w="med" len="med"/>
                    </a:lnB>
                    <a:noFill/>
                  </a:tcPr>
                </a:tc>
                <a:tc>
                  <a:txBody>
                    <a:bodyPr/>
                    <a:lstStyle/>
                    <a:p>
                      <a:pPr algn="ctr" rtl="0"/>
                      <a:r>
                        <a:rPr lang="ru-RU" sz="1800" b="0" i="0" kern="1200" dirty="0" smtClean="0">
                          <a:solidFill>
                            <a:schemeClr val="bg1"/>
                          </a:solidFill>
                          <a:effectLst/>
                          <a:latin typeface="+mn-lt"/>
                          <a:ea typeface="+mn-ea"/>
                          <a:cs typeface="+mn-cs"/>
                        </a:rPr>
                        <a:t>61</a:t>
                      </a:r>
                      <a:endParaRPr lang="ru-RU" sz="1400" noProof="0" dirty="0">
                        <a:solidFill>
                          <a:schemeClr val="bg1"/>
                        </a:solidFill>
                        <a:latin typeface="+mn-lt"/>
                      </a:endParaRPr>
                    </a:p>
                  </a:txBody>
                  <a:tcPr anchor="ctr">
                    <a:lnL w="12700" cap="flat" cmpd="sng" algn="ctr">
                      <a:solidFill>
                        <a:schemeClr val="accent2">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accent2">
                          <a:lumMod val="75000"/>
                        </a:schemeClr>
                      </a:solidFill>
                      <a:prstDash val="solid"/>
                      <a:round/>
                      <a:headEnd type="none" w="med" len="med"/>
                      <a:tailEnd type="none" w="med" len="med"/>
                    </a:lnT>
                    <a:lnB w="12700" cap="flat" cmpd="sng" algn="ctr">
                      <a:solidFill>
                        <a:schemeClr val="accent2">
                          <a:lumMod val="75000"/>
                        </a:schemeClr>
                      </a:solidFill>
                      <a:prstDash val="solid"/>
                      <a:round/>
                      <a:headEnd type="none" w="med" len="med"/>
                      <a:tailEnd type="none" w="med" len="med"/>
                    </a:lnB>
                    <a:noFill/>
                  </a:tcPr>
                </a:tc>
                <a:extLst>
                  <a:ext uri="{0D108BD9-81ED-4DB2-BD59-A6C34878D82A}">
                    <a16:rowId xmlns:a16="http://schemas.microsoft.com/office/drawing/2014/main" val="3736384641"/>
                  </a:ext>
                </a:extLst>
              </a:tr>
              <a:tr h="511239">
                <a:tc>
                  <a:txBody>
                    <a:bodyPr/>
                    <a:lstStyle/>
                    <a:p>
                      <a:pPr algn="ctr" rtl="0"/>
                      <a:r>
                        <a:rPr lang="en-US" sz="1800" b="0" i="0" kern="1200" dirty="0" smtClean="0">
                          <a:solidFill>
                            <a:schemeClr val="bg1"/>
                          </a:solidFill>
                          <a:effectLst/>
                          <a:latin typeface="+mn-lt"/>
                          <a:ea typeface="+mn-ea"/>
                          <a:cs typeface="+mn-cs"/>
                        </a:rPr>
                        <a:t>ASCII</a:t>
                      </a:r>
                      <a:endParaRPr lang="ru-RU" sz="1400" noProof="0" dirty="0">
                        <a:solidFill>
                          <a:schemeClr val="bg1"/>
                        </a:solidFill>
                        <a:latin typeface="+mn-lt"/>
                      </a:endParaRPr>
                    </a:p>
                  </a:txBody>
                  <a:tcPr anchor="ctr">
                    <a:lnL w="38100" cap="flat" cmpd="sng" algn="ctr">
                      <a:noFill/>
                      <a:prstDash val="solid"/>
                      <a:round/>
                      <a:headEnd type="none" w="med" len="med"/>
                      <a:tailEnd type="none" w="med" len="med"/>
                    </a:lnL>
                    <a:lnR w="12700" cap="flat" cmpd="sng" algn="ctr">
                      <a:solidFill>
                        <a:schemeClr val="accent2">
                          <a:lumMod val="75000"/>
                        </a:schemeClr>
                      </a:solidFill>
                      <a:prstDash val="solid"/>
                      <a:round/>
                      <a:headEnd type="none" w="med" len="med"/>
                      <a:tailEnd type="none" w="med" len="med"/>
                    </a:lnR>
                    <a:lnT w="12700" cap="flat" cmpd="sng" algn="ctr">
                      <a:solidFill>
                        <a:schemeClr val="accent2">
                          <a:lumMod val="75000"/>
                        </a:schemeClr>
                      </a:solidFill>
                      <a:prstDash val="solid"/>
                      <a:round/>
                      <a:headEnd type="none" w="med" len="med"/>
                      <a:tailEnd type="none" w="med" len="med"/>
                    </a:lnT>
                    <a:lnB w="12700" cap="flat" cmpd="sng" algn="ctr">
                      <a:solidFill>
                        <a:schemeClr val="accent2">
                          <a:lumMod val="75000"/>
                        </a:schemeClr>
                      </a:solidFill>
                      <a:prstDash val="solid"/>
                      <a:round/>
                      <a:headEnd type="none" w="med" len="med"/>
                      <a:tailEnd type="none" w="med" len="med"/>
                    </a:lnB>
                    <a:solidFill>
                      <a:schemeClr val="accent5"/>
                    </a:solidFill>
                  </a:tcPr>
                </a:tc>
                <a:tc>
                  <a:txBody>
                    <a:bodyPr/>
                    <a:lstStyle/>
                    <a:p>
                      <a:pPr algn="ctr" rtl="0"/>
                      <a:r>
                        <a:rPr lang="en-US" sz="1800" b="0" i="0" kern="1200" dirty="0" smtClean="0">
                          <a:solidFill>
                            <a:schemeClr val="bg1"/>
                          </a:solidFill>
                          <a:effectLst/>
                          <a:latin typeface="+mn-lt"/>
                          <a:ea typeface="+mn-ea"/>
                          <a:cs typeface="+mn-cs"/>
                        </a:rPr>
                        <a:t>0x10</a:t>
                      </a:r>
                      <a:endParaRPr lang="ru-RU" sz="1400" noProof="0" dirty="0">
                        <a:solidFill>
                          <a:schemeClr val="bg1"/>
                        </a:solidFill>
                        <a:latin typeface="+mn-lt"/>
                      </a:endParaRPr>
                    </a:p>
                  </a:txBody>
                  <a:tcPr anchor="ctr">
                    <a:lnL w="12700" cap="flat" cmpd="sng" algn="ctr">
                      <a:solidFill>
                        <a:schemeClr val="accent2">
                          <a:lumMod val="75000"/>
                        </a:schemeClr>
                      </a:solidFill>
                      <a:prstDash val="solid"/>
                      <a:round/>
                      <a:headEnd type="none" w="med" len="med"/>
                      <a:tailEnd type="none" w="med" len="med"/>
                    </a:lnL>
                    <a:lnR w="12700" cap="flat" cmpd="sng" algn="ctr">
                      <a:solidFill>
                        <a:schemeClr val="accent2">
                          <a:lumMod val="75000"/>
                        </a:schemeClr>
                      </a:solidFill>
                      <a:prstDash val="solid"/>
                      <a:round/>
                      <a:headEnd type="none" w="med" len="med"/>
                      <a:tailEnd type="none" w="med" len="med"/>
                    </a:lnR>
                    <a:lnT w="12700" cap="flat" cmpd="sng" algn="ctr">
                      <a:solidFill>
                        <a:schemeClr val="accent2">
                          <a:lumMod val="75000"/>
                        </a:schemeClr>
                      </a:solidFill>
                      <a:prstDash val="solid"/>
                      <a:round/>
                      <a:headEnd type="none" w="med" len="med"/>
                      <a:tailEnd type="none" w="med" len="med"/>
                    </a:lnT>
                    <a:lnB w="12700" cap="flat" cmpd="sng" algn="ctr">
                      <a:solidFill>
                        <a:schemeClr val="accent2">
                          <a:lumMod val="75000"/>
                        </a:schemeClr>
                      </a:solidFill>
                      <a:prstDash val="solid"/>
                      <a:round/>
                      <a:headEnd type="none" w="med" len="med"/>
                      <a:tailEnd type="none" w="med" len="med"/>
                    </a:lnB>
                    <a:solidFill>
                      <a:schemeClr val="accent5"/>
                    </a:solidFill>
                  </a:tcPr>
                </a:tc>
                <a:tc>
                  <a:txBody>
                    <a:bodyPr/>
                    <a:lstStyle/>
                    <a:p>
                      <a:pPr algn="ctr" rtl="0"/>
                      <a:r>
                        <a:rPr lang="ru-RU" sz="1800" b="0" i="0" kern="1200" dirty="0" smtClean="0">
                          <a:solidFill>
                            <a:schemeClr val="bg1"/>
                          </a:solidFill>
                          <a:effectLst/>
                          <a:latin typeface="+mn-lt"/>
                          <a:ea typeface="+mn-ea"/>
                          <a:cs typeface="+mn-cs"/>
                        </a:rPr>
                        <a:t>59</a:t>
                      </a:r>
                      <a:endParaRPr lang="ru-RU" sz="1400" noProof="0" dirty="0">
                        <a:solidFill>
                          <a:schemeClr val="bg1"/>
                        </a:solidFill>
                        <a:latin typeface="+mn-lt"/>
                      </a:endParaRPr>
                    </a:p>
                  </a:txBody>
                  <a:tcPr anchor="ctr">
                    <a:lnL w="12700" cap="flat" cmpd="sng" algn="ctr">
                      <a:solidFill>
                        <a:schemeClr val="accent2">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accent2">
                          <a:lumMod val="75000"/>
                        </a:schemeClr>
                      </a:solidFill>
                      <a:prstDash val="solid"/>
                      <a:round/>
                      <a:headEnd type="none" w="med" len="med"/>
                      <a:tailEnd type="none" w="med" len="med"/>
                    </a:lnT>
                    <a:lnB w="12700" cap="flat" cmpd="sng" algn="ctr">
                      <a:solidFill>
                        <a:schemeClr val="accent2">
                          <a:lumMod val="75000"/>
                        </a:schemeClr>
                      </a:solidFill>
                      <a:prstDash val="solid"/>
                      <a:round/>
                      <a:headEnd type="none" w="med" len="med"/>
                      <a:tailEnd type="none" w="med" len="med"/>
                    </a:lnB>
                    <a:solidFill>
                      <a:schemeClr val="accent5"/>
                    </a:solidFill>
                  </a:tcPr>
                </a:tc>
                <a:extLst>
                  <a:ext uri="{0D108BD9-81ED-4DB2-BD59-A6C34878D82A}">
                    <a16:rowId xmlns:a16="http://schemas.microsoft.com/office/drawing/2014/main" val="3090935587"/>
                  </a:ext>
                </a:extLst>
              </a:tr>
            </a:tbl>
          </a:graphicData>
        </a:graphic>
      </p:graphicFrame>
      <p:sp>
        <p:nvSpPr>
          <p:cNvPr id="2" name="Номер слайда 1">
            <a:extLst>
              <a:ext uri="{FF2B5EF4-FFF2-40B4-BE49-F238E27FC236}">
                <a16:creationId xmlns:a16="http://schemas.microsoft.com/office/drawing/2014/main" id="{E4398C1C-6656-4A73-A680-62A81CDC27FD}"/>
              </a:ext>
            </a:extLst>
          </p:cNvPr>
          <p:cNvSpPr>
            <a:spLocks noGrp="1"/>
          </p:cNvSpPr>
          <p:nvPr>
            <p:ph type="sldNum" sz="quarter" idx="12"/>
          </p:nvPr>
        </p:nvSpPr>
        <p:spPr/>
        <p:txBody>
          <a:bodyPr rtlCol="0"/>
          <a:lstStyle/>
          <a:p>
            <a:pPr rtl="0"/>
            <a:fld id="{C263D6C4-4840-40CC-AC84-17E24B3B7BDE}" type="slidenum">
              <a:rPr lang="ru-RU" smtClean="0"/>
              <a:pPr rtl="0"/>
              <a:t>8</a:t>
            </a:fld>
            <a:endParaRPr lang="ru-RU"/>
          </a:p>
        </p:txBody>
      </p:sp>
      <p:pic>
        <p:nvPicPr>
          <p:cNvPr id="4" name="Рисунок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34659" y="1337960"/>
            <a:ext cx="7157341" cy="3706480"/>
          </a:xfrm>
          <a:prstGeom prst="rect">
            <a:avLst/>
          </a:prstGeom>
        </p:spPr>
      </p:pic>
    </p:spTree>
    <p:extLst>
      <p:ext uri="{BB962C8B-B14F-4D97-AF65-F5344CB8AC3E}">
        <p14:creationId xmlns:p14="http://schemas.microsoft.com/office/powerpoint/2010/main" val="10654255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Заголовок 4">
            <a:extLst>
              <a:ext uri="{FF2B5EF4-FFF2-40B4-BE49-F238E27FC236}">
                <a16:creationId xmlns:a16="http://schemas.microsoft.com/office/drawing/2014/main" id="{201323FB-427E-4A8D-B473-AB0657D8D23B}"/>
              </a:ext>
            </a:extLst>
          </p:cNvPr>
          <p:cNvSpPr>
            <a:spLocks noGrp="1"/>
          </p:cNvSpPr>
          <p:nvPr>
            <p:ph type="title"/>
          </p:nvPr>
        </p:nvSpPr>
        <p:spPr/>
        <p:txBody>
          <a:bodyPr rtlCol="0"/>
          <a:lstStyle/>
          <a:p>
            <a:pPr rtl="0"/>
            <a:r>
              <a:rPr lang="ru-RU" dirty="0"/>
              <a:t>Диаграмма</a:t>
            </a:r>
          </a:p>
        </p:txBody>
      </p:sp>
      <p:graphicFrame>
        <p:nvGraphicFramePr>
          <p:cNvPr id="8" name="Диаграмма 6" title="Gross Revenue Placeholder Chart">
            <a:extLst>
              <a:ext uri="{FF2B5EF4-FFF2-40B4-BE49-F238E27FC236}">
                <a16:creationId xmlns:a16="http://schemas.microsoft.com/office/drawing/2014/main" id="{CDBB16C9-AACC-4C56-B938-95BF62DDEA11}"/>
              </a:ext>
            </a:extLst>
          </p:cNvPr>
          <p:cNvGraphicFramePr/>
          <p:nvPr>
            <p:extLst>
              <p:ext uri="{D42A27DB-BD31-4B8C-83A1-F6EECF244321}">
                <p14:modId xmlns:p14="http://schemas.microsoft.com/office/powerpoint/2010/main" val="2347075262"/>
              </p:ext>
            </p:extLst>
          </p:nvPr>
        </p:nvGraphicFramePr>
        <p:xfrm>
          <a:off x="1287894" y="1702839"/>
          <a:ext cx="9690100" cy="4444199"/>
        </p:xfrm>
        <a:graphic>
          <a:graphicData uri="http://schemas.openxmlformats.org/drawingml/2006/chart">
            <c:chart xmlns:c="http://schemas.openxmlformats.org/drawingml/2006/chart" xmlns:r="http://schemas.openxmlformats.org/officeDocument/2006/relationships" r:id="rId3"/>
          </a:graphicData>
        </a:graphic>
      </p:graphicFrame>
      <p:sp>
        <p:nvSpPr>
          <p:cNvPr id="2" name="Номер слайда 1">
            <a:extLst>
              <a:ext uri="{FF2B5EF4-FFF2-40B4-BE49-F238E27FC236}">
                <a16:creationId xmlns:a16="http://schemas.microsoft.com/office/drawing/2014/main" id="{E4398C1C-6656-4A73-A680-62A81CDC27FD}"/>
              </a:ext>
            </a:extLst>
          </p:cNvPr>
          <p:cNvSpPr>
            <a:spLocks noGrp="1"/>
          </p:cNvSpPr>
          <p:nvPr>
            <p:ph type="sldNum" sz="quarter" idx="12"/>
          </p:nvPr>
        </p:nvSpPr>
        <p:spPr/>
        <p:txBody>
          <a:bodyPr rtlCol="0"/>
          <a:lstStyle/>
          <a:p>
            <a:pPr rtl="0"/>
            <a:fld id="{C263D6C4-4840-40CC-AC84-17E24B3B7BDE}" type="slidenum">
              <a:rPr lang="ru-RU" smtClean="0"/>
              <a:pPr rtl="0"/>
              <a:t>9</a:t>
            </a:fld>
            <a:endParaRPr lang="ru-RU" dirty="0"/>
          </a:p>
        </p:txBody>
      </p:sp>
    </p:spTree>
    <p:extLst>
      <p:ext uri="{BB962C8B-B14F-4D97-AF65-F5344CB8AC3E}">
        <p14:creationId xmlns:p14="http://schemas.microsoft.com/office/powerpoint/2010/main" val="33223001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Заголовок 3">
            <a:extLst>
              <a:ext uri="{FF2B5EF4-FFF2-40B4-BE49-F238E27FC236}">
                <a16:creationId xmlns:a16="http://schemas.microsoft.com/office/drawing/2014/main" id="{BD179B88-D43C-4A31-9A52-3498E9430782}"/>
              </a:ext>
            </a:extLst>
          </p:cNvPr>
          <p:cNvSpPr>
            <a:spLocks noGrp="1"/>
          </p:cNvSpPr>
          <p:nvPr>
            <p:ph type="title"/>
          </p:nvPr>
        </p:nvSpPr>
        <p:spPr/>
        <p:txBody>
          <a:bodyPr rtlCol="0"/>
          <a:lstStyle/>
          <a:p>
            <a:pPr rtl="0"/>
            <a:r>
              <a:rPr lang="ru-RU" dirty="0" smtClean="0"/>
              <a:t>Заголовок раздела 02</a:t>
            </a:r>
            <a:endParaRPr lang="ru-RU" dirty="0"/>
          </a:p>
        </p:txBody>
      </p:sp>
      <p:sp>
        <p:nvSpPr>
          <p:cNvPr id="5" name="Текст 4">
            <a:extLst>
              <a:ext uri="{FF2B5EF4-FFF2-40B4-BE49-F238E27FC236}">
                <a16:creationId xmlns:a16="http://schemas.microsoft.com/office/drawing/2014/main" id="{DCDDBE65-9AB1-4989-AF86-726591A6A128}"/>
              </a:ext>
            </a:extLst>
          </p:cNvPr>
          <p:cNvSpPr>
            <a:spLocks noGrp="1"/>
          </p:cNvSpPr>
          <p:nvPr>
            <p:ph type="body" idx="1"/>
          </p:nvPr>
        </p:nvSpPr>
        <p:spPr/>
        <p:txBody>
          <a:bodyPr rtlCol="0"/>
          <a:lstStyle/>
          <a:p>
            <a:pPr rtl="0"/>
            <a:r>
              <a:rPr lang="ru-RU" dirty="0"/>
              <a:t>Подзаголовок</a:t>
            </a:r>
          </a:p>
        </p:txBody>
      </p:sp>
      <p:sp>
        <p:nvSpPr>
          <p:cNvPr id="2" name="Номер слайда 1">
            <a:extLst>
              <a:ext uri="{FF2B5EF4-FFF2-40B4-BE49-F238E27FC236}">
                <a16:creationId xmlns:a16="http://schemas.microsoft.com/office/drawing/2014/main" id="{8B065C75-272B-4BB5-BA23-D80E8654D621}"/>
              </a:ext>
            </a:extLst>
          </p:cNvPr>
          <p:cNvSpPr>
            <a:spLocks noGrp="1"/>
          </p:cNvSpPr>
          <p:nvPr>
            <p:ph type="sldNum" sz="quarter" idx="12"/>
          </p:nvPr>
        </p:nvSpPr>
        <p:spPr/>
        <p:txBody>
          <a:bodyPr rtlCol="0"/>
          <a:lstStyle/>
          <a:p>
            <a:pPr rtl="0"/>
            <a:fld id="{C263D6C4-4840-40CC-AC84-17E24B3B7BDE}" type="slidenum">
              <a:rPr lang="ru-RU" smtClean="0"/>
              <a:pPr rtl="0"/>
              <a:t>10</a:t>
            </a:fld>
            <a:endParaRPr lang="ru-RU"/>
          </a:p>
        </p:txBody>
      </p:sp>
    </p:spTree>
    <p:extLst>
      <p:ext uri="{BB962C8B-B14F-4D97-AF65-F5344CB8AC3E}">
        <p14:creationId xmlns:p14="http://schemas.microsoft.com/office/powerpoint/2010/main" val="7098287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Заголовок 5">
            <a:extLst>
              <a:ext uri="{FF2B5EF4-FFF2-40B4-BE49-F238E27FC236}">
                <a16:creationId xmlns:a16="http://schemas.microsoft.com/office/drawing/2014/main" id="{A4CD37D6-FE32-48E3-A3AD-F07BE6A19FA1}"/>
              </a:ext>
            </a:extLst>
          </p:cNvPr>
          <p:cNvSpPr>
            <a:spLocks noGrp="1"/>
          </p:cNvSpPr>
          <p:nvPr>
            <p:ph type="title"/>
          </p:nvPr>
        </p:nvSpPr>
        <p:spPr>
          <a:xfrm>
            <a:off x="533399" y="3200400"/>
            <a:ext cx="6827521" cy="2859313"/>
          </a:xfrm>
        </p:spPr>
        <p:txBody>
          <a:bodyPr rtlCol="0">
            <a:normAutofit/>
          </a:bodyPr>
          <a:lstStyle/>
          <a:p>
            <a:r>
              <a:rPr lang="ru-RU" sz="4000" dirty="0"/>
              <a:t>Проблема неэффективного опроса </a:t>
            </a:r>
            <a:r>
              <a:rPr lang="ru-RU" sz="4000" dirty="0" smtClean="0"/>
              <a:t>устройств</a:t>
            </a:r>
            <a:r>
              <a:rPr lang="ru-RU" sz="2400" dirty="0"/>
              <a:t/>
            </a:r>
            <a:br>
              <a:rPr lang="ru-RU" sz="2400" dirty="0"/>
            </a:br>
            <a:r>
              <a:rPr lang="ru-RU" sz="2400" dirty="0"/>
              <a:t/>
            </a:r>
            <a:br>
              <a:rPr lang="ru-RU" sz="2400" dirty="0"/>
            </a:br>
            <a:r>
              <a:rPr lang="ru-RU" sz="2000" dirty="0"/>
              <a:t>Последовательный опрос переменных приводит к значительным издержкам и ограничивает производительность системы КС1.</a:t>
            </a:r>
          </a:p>
        </p:txBody>
      </p:sp>
      <p:sp>
        <p:nvSpPr>
          <p:cNvPr id="2" name="Номер слайда 1">
            <a:extLst>
              <a:ext uri="{FF2B5EF4-FFF2-40B4-BE49-F238E27FC236}">
                <a16:creationId xmlns:a16="http://schemas.microsoft.com/office/drawing/2014/main" id="{8EDC7217-2779-44E0-9E6D-3B3879516A1D}"/>
              </a:ext>
            </a:extLst>
          </p:cNvPr>
          <p:cNvSpPr>
            <a:spLocks noGrp="1"/>
          </p:cNvSpPr>
          <p:nvPr>
            <p:ph type="sldNum" sz="quarter" idx="12"/>
          </p:nvPr>
        </p:nvSpPr>
        <p:spPr/>
        <p:txBody>
          <a:bodyPr rtlCol="0"/>
          <a:lstStyle/>
          <a:p>
            <a:pPr rtl="0"/>
            <a:fld id="{C263D6C4-4840-40CC-AC84-17E24B3B7BDE}" type="slidenum">
              <a:rPr lang="ru-RU" smtClean="0"/>
              <a:pPr/>
              <a:t>11</a:t>
            </a:fld>
            <a:endParaRPr lang="ru-RU"/>
          </a:p>
        </p:txBody>
      </p:sp>
      <p:pic>
        <p:nvPicPr>
          <p:cNvPr id="3" name="Рисунок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29036" y="-1"/>
            <a:ext cx="4562964" cy="6059713"/>
          </a:xfrm>
          <a:prstGeom prst="rect">
            <a:avLst/>
          </a:prstGeom>
          <a:effectLst/>
        </p:spPr>
      </p:pic>
    </p:spTree>
    <p:extLst>
      <p:ext uri="{BB962C8B-B14F-4D97-AF65-F5344CB8AC3E}">
        <p14:creationId xmlns:p14="http://schemas.microsoft.com/office/powerpoint/2010/main" val="9141345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632BE5BF-9922-45FB-8F3F-4446D40A051B}"/>
              </a:ext>
            </a:extLst>
          </p:cNvPr>
          <p:cNvSpPr>
            <a:spLocks noGrp="1"/>
          </p:cNvSpPr>
          <p:nvPr>
            <p:ph type="ctrTitle"/>
          </p:nvPr>
        </p:nvSpPr>
        <p:spPr/>
        <p:txBody>
          <a:bodyPr rtlCol="0"/>
          <a:lstStyle/>
          <a:p>
            <a:pPr rtl="0"/>
            <a:r>
              <a:rPr lang="ru-RU"/>
              <a:t>Спасибо!</a:t>
            </a:r>
          </a:p>
        </p:txBody>
      </p:sp>
    </p:spTree>
    <p:extLst>
      <p:ext uri="{BB962C8B-B14F-4D97-AF65-F5344CB8AC3E}">
        <p14:creationId xmlns:p14="http://schemas.microsoft.com/office/powerpoint/2010/main" val="429771863"/>
      </p:ext>
    </p:extLst>
  </p:cSld>
  <p:clrMapOvr>
    <a:masterClrMapping/>
  </p:clrMapOvr>
  <p:transition spd="slow">
    <p:wipe/>
  </p:transition>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632BE5BF-9922-45FB-8F3F-4446D40A051B}"/>
              </a:ext>
            </a:extLst>
          </p:cNvPr>
          <p:cNvSpPr>
            <a:spLocks noGrp="1"/>
          </p:cNvSpPr>
          <p:nvPr>
            <p:ph type="ctrTitle"/>
          </p:nvPr>
        </p:nvSpPr>
        <p:spPr/>
        <p:txBody>
          <a:bodyPr rtlCol="0"/>
          <a:lstStyle/>
          <a:p>
            <a:pPr rtl="0"/>
            <a:r>
              <a:rPr lang="ru-RU"/>
              <a:t>Спасибо!</a:t>
            </a:r>
          </a:p>
        </p:txBody>
      </p:sp>
    </p:spTree>
    <p:extLst>
      <p:ext uri="{BB962C8B-B14F-4D97-AF65-F5344CB8AC3E}">
        <p14:creationId xmlns:p14="http://schemas.microsoft.com/office/powerpoint/2010/main" val="44069682"/>
      </p:ext>
    </p:extLst>
  </p:cSld>
  <p:clrMapOvr>
    <a:masterClrMapping/>
  </p:clrMapOvr>
  <p:transition spd="slow">
    <p:wipe/>
  </p:transition>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Заголовок 3">
            <a:extLst>
              <a:ext uri="{FF2B5EF4-FFF2-40B4-BE49-F238E27FC236}">
                <a16:creationId xmlns:a16="http://schemas.microsoft.com/office/drawing/2014/main" id="{E98DCA46-603B-4178-8707-30E192CE6B8D}"/>
              </a:ext>
            </a:extLst>
          </p:cNvPr>
          <p:cNvSpPr>
            <a:spLocks noGrp="1"/>
          </p:cNvSpPr>
          <p:nvPr>
            <p:ph type="title"/>
          </p:nvPr>
        </p:nvSpPr>
        <p:spPr/>
        <p:txBody>
          <a:bodyPr rtlCol="0"/>
          <a:lstStyle/>
          <a:p>
            <a:r>
              <a:rPr lang="ru-RU" dirty="0"/>
              <a:t>Основные результаты</a:t>
            </a:r>
          </a:p>
        </p:txBody>
      </p:sp>
      <p:sp>
        <p:nvSpPr>
          <p:cNvPr id="8" name="Надпись 7">
            <a:hlinkClick r:id="rId3"/>
            <a:extLst>
              <a:ext uri="{FF2B5EF4-FFF2-40B4-BE49-F238E27FC236}">
                <a16:creationId xmlns:a16="http://schemas.microsoft.com/office/drawing/2014/main" id="{5FC6C278-4035-446A-A94B-030E792FDDF5}"/>
              </a:ext>
            </a:extLst>
          </p:cNvPr>
          <p:cNvSpPr txBox="1"/>
          <p:nvPr/>
        </p:nvSpPr>
        <p:spPr>
          <a:xfrm>
            <a:off x="1132932" y="1648736"/>
            <a:ext cx="9938328" cy="4493538"/>
          </a:xfrm>
          <a:prstGeom prst="rect">
            <a:avLst/>
          </a:prstGeom>
          <a:noFill/>
        </p:spPr>
        <p:txBody>
          <a:bodyPr wrap="square" rtlCol="0">
            <a:spAutoFit/>
          </a:bodyPr>
          <a:lstStyle/>
          <a:p>
            <a:pPr marL="285750" indent="-285750">
              <a:buFont typeface="Arial" panose="020B0604020202020204" pitchFamily="34" charset="0"/>
              <a:buChar char="•"/>
            </a:pPr>
            <a:r>
              <a:rPr lang="ru-RU" sz="2200" dirty="0">
                <a:solidFill>
                  <a:schemeClr val="bg1"/>
                </a:solidFill>
              </a:rPr>
              <a:t>Изучены особенности протоколов </a:t>
            </a:r>
            <a:r>
              <a:rPr lang="ru-RU" sz="2200" dirty="0" err="1">
                <a:solidFill>
                  <a:schemeClr val="bg1"/>
                </a:solidFill>
              </a:rPr>
              <a:t>Modbus</a:t>
            </a:r>
            <a:r>
              <a:rPr lang="ru-RU" sz="2200" dirty="0">
                <a:solidFill>
                  <a:schemeClr val="bg1"/>
                </a:solidFill>
              </a:rPr>
              <a:t> RTU/ASCII и среды </a:t>
            </a:r>
            <a:r>
              <a:rPr lang="ru-RU" sz="2200" dirty="0" err="1">
                <a:solidFill>
                  <a:schemeClr val="bg1"/>
                </a:solidFill>
              </a:rPr>
              <a:t>Owen</a:t>
            </a:r>
            <a:r>
              <a:rPr lang="ru-RU" sz="2200" dirty="0">
                <a:solidFill>
                  <a:schemeClr val="bg1"/>
                </a:solidFill>
              </a:rPr>
              <a:t> </a:t>
            </a:r>
            <a:r>
              <a:rPr lang="ru-RU" sz="2200" dirty="0" err="1">
                <a:solidFill>
                  <a:schemeClr val="bg1"/>
                </a:solidFill>
              </a:rPr>
              <a:t>Logic</a:t>
            </a:r>
            <a:r>
              <a:rPr lang="ru-RU" sz="2200" dirty="0">
                <a:solidFill>
                  <a:schemeClr val="bg1"/>
                </a:solidFill>
              </a:rPr>
              <a:t>, что позволило определить требования к группировке переменных: совпадение типа данных, адреса устройства, функций чтения/записи и условий опроса.</a:t>
            </a:r>
          </a:p>
          <a:p>
            <a:pPr marL="285750" indent="-285750">
              <a:buFont typeface="Arial" panose="020B0604020202020204" pitchFamily="34" charset="0"/>
              <a:buChar char="•"/>
            </a:pPr>
            <a:endParaRPr lang="ru-RU" sz="2200" dirty="0">
              <a:solidFill>
                <a:schemeClr val="bg1"/>
              </a:solidFill>
            </a:endParaRPr>
          </a:p>
          <a:p>
            <a:pPr marL="285750" indent="-285750">
              <a:buFont typeface="Arial" panose="020B0604020202020204" pitchFamily="34" charset="0"/>
              <a:buChar char="•"/>
            </a:pPr>
            <a:r>
              <a:rPr lang="ru-RU" sz="2200" dirty="0">
                <a:solidFill>
                  <a:schemeClr val="bg1"/>
                </a:solidFill>
              </a:rPr>
              <a:t>Разработан модуль, поддерживающий два режима работы: оптимизированный (с автоматической группировкой запросов для максимальной производительности) и прямой (для детального управления отдельными переменными).</a:t>
            </a:r>
          </a:p>
          <a:p>
            <a:pPr marL="285750" indent="-285750">
              <a:buFont typeface="Arial" panose="020B0604020202020204" pitchFamily="34" charset="0"/>
              <a:buChar char="•"/>
            </a:pPr>
            <a:endParaRPr lang="ru-RU" sz="2200" dirty="0">
              <a:solidFill>
                <a:schemeClr val="bg1"/>
              </a:solidFill>
            </a:endParaRPr>
          </a:p>
          <a:p>
            <a:pPr marL="285750" indent="-285750">
              <a:buFont typeface="Arial" panose="020B0604020202020204" pitchFamily="34" charset="0"/>
              <a:buChar char="•"/>
            </a:pPr>
            <a:r>
              <a:rPr lang="ru-RU" sz="2200" dirty="0">
                <a:solidFill>
                  <a:schemeClr val="bg1"/>
                </a:solidFill>
              </a:rPr>
              <a:t>Проведено тестирование модуля, подтвердившее корректность группировки переменных и строгое соблюдение ограничений протокола </a:t>
            </a:r>
            <a:r>
              <a:rPr lang="ru-RU" sz="2200" dirty="0" err="1">
                <a:solidFill>
                  <a:schemeClr val="bg1"/>
                </a:solidFill>
              </a:rPr>
              <a:t>Modbus</a:t>
            </a:r>
            <a:r>
              <a:rPr lang="ru-RU" sz="2200" dirty="0">
                <a:solidFill>
                  <a:schemeClr val="bg1"/>
                </a:solidFill>
              </a:rPr>
              <a:t>.</a:t>
            </a:r>
          </a:p>
        </p:txBody>
      </p:sp>
      <p:sp>
        <p:nvSpPr>
          <p:cNvPr id="2" name="Номер слайда 1">
            <a:extLst>
              <a:ext uri="{FF2B5EF4-FFF2-40B4-BE49-F238E27FC236}">
                <a16:creationId xmlns:a16="http://schemas.microsoft.com/office/drawing/2014/main" id="{6D90B5C6-1CB0-445E-99D1-8E2FE8C59B50}"/>
              </a:ext>
            </a:extLst>
          </p:cNvPr>
          <p:cNvSpPr>
            <a:spLocks noGrp="1"/>
          </p:cNvSpPr>
          <p:nvPr>
            <p:ph type="sldNum" sz="quarter" idx="12"/>
          </p:nvPr>
        </p:nvSpPr>
        <p:spPr/>
        <p:txBody>
          <a:bodyPr rtlCol="0"/>
          <a:lstStyle/>
          <a:p>
            <a:pPr rtl="0"/>
            <a:fld id="{C263D6C4-4840-40CC-AC84-17E24B3B7BDE}" type="slidenum">
              <a:rPr lang="ru-RU" smtClean="0"/>
              <a:pPr/>
              <a:t>14</a:t>
            </a:fld>
            <a:endParaRPr lang="ru-RU"/>
          </a:p>
        </p:txBody>
      </p:sp>
    </p:spTree>
    <p:extLst>
      <p:ext uri="{BB962C8B-B14F-4D97-AF65-F5344CB8AC3E}">
        <p14:creationId xmlns:p14="http://schemas.microsoft.com/office/powerpoint/2010/main" val="59582380"/>
      </p:ext>
    </p:extLst>
  </p:cSld>
  <p:clrMapOvr>
    <a:masterClrMapping/>
  </p:clrMapOvr>
  <p:timing>
    <p:tnLst>
      <p:par>
        <p:cTn id="1" dur="indefinite" restart="never" nodeType="tmRoot"/>
      </p:par>
    </p:tnLst>
  </p:timing>
</p:sld>
</file>

<file path=ppt/theme/theme1.xml><?xml version="1.0" encoding="utf-8"?>
<a:theme xmlns:a="http://schemas.openxmlformats.org/drawingml/2006/main" name="Тема Office">
  <a:themeElements>
    <a:clrScheme name="Custom 12">
      <a:dk1>
        <a:srgbClr val="000000"/>
      </a:dk1>
      <a:lt1>
        <a:srgbClr val="FFFFFF"/>
      </a:lt1>
      <a:dk2>
        <a:srgbClr val="6D6E71"/>
      </a:dk2>
      <a:lt2>
        <a:srgbClr val="58595B"/>
      </a:lt2>
      <a:accent1>
        <a:srgbClr val="0065A4"/>
      </a:accent1>
      <a:accent2>
        <a:srgbClr val="47C3D3"/>
      </a:accent2>
      <a:accent3>
        <a:srgbClr val="8F2D63"/>
      </a:accent3>
      <a:accent4>
        <a:srgbClr val="1A6871"/>
      </a:accent4>
      <a:accent5>
        <a:srgbClr val="0C4360"/>
      </a:accent5>
      <a:accent6>
        <a:srgbClr val="F47735"/>
      </a:accent6>
      <a:hlink>
        <a:srgbClr val="00559A"/>
      </a:hlink>
      <a:folHlink>
        <a:srgbClr val="595851"/>
      </a:folHlink>
    </a:clrScheme>
    <a:fontScheme name="Custom 3">
      <a:majorFont>
        <a:latin typeface="Trebuchet MS"/>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30677666_TF66687569" id="{8088A86A-5DE3-4754-A836-2A3C30D038B3}" vid="{7A96DF9F-A41C-4EE8-8C3F-8182B482B139}"/>
    </a:ext>
  </a:extLst>
</a:theme>
</file>

<file path=ppt/theme/theme2.xml><?xml version="1.0" encoding="utf-8"?>
<a:theme xmlns:a="http://schemas.openxmlformats.org/drawingml/2006/main" name="Тема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Тема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DEEA25CC0A0AC24199CDC46C25B8B0BC" ma:contentTypeVersion="10" ma:contentTypeDescription="Create a new document." ma:contentTypeScope="" ma:versionID="e3b47856d4cf355c0dacb39e1084d14f">
  <xsd:schema xmlns:xsd="http://www.w3.org/2001/XMLSchema" xmlns:xs="http://www.w3.org/2001/XMLSchema" xmlns:p="http://schemas.microsoft.com/office/2006/metadata/properties" xmlns:ns1="http://schemas.microsoft.com/sharepoint/v3" xmlns:ns2="6dc4bcd6-49db-4c07-9060-8acfc67cef9f" xmlns:ns3="fb0879af-3eba-417a-a55a-ffe6dcd6ca77" targetNamespace="http://schemas.microsoft.com/office/2006/metadata/properties" ma:root="true" ma:fieldsID="a845a615265fdb1f7b12cc65ac20ecbd" ns1:_="" ns2:_="" ns3:_="">
    <xsd:import namespace="http://schemas.microsoft.com/sharepoint/v3"/>
    <xsd:import namespace="6dc4bcd6-49db-4c07-9060-8acfc67cef9f"/>
    <xsd:import namespace="fb0879af-3eba-417a-a55a-ffe6dcd6ca77"/>
    <xsd:element name="properties">
      <xsd:complexType>
        <xsd:sequence>
          <xsd:element name="documentManagement">
            <xsd:complexType>
              <xsd:all>
                <xsd:element ref="ns2:MediaServiceMetadata" minOccurs="0"/>
                <xsd:element ref="ns2:MediaServiceFastMetadata" minOccurs="0"/>
                <xsd:element ref="ns2:MediaServiceOCR" minOccurs="0"/>
                <xsd:element ref="ns3:SharedWithUsers" minOccurs="0"/>
                <xsd:element ref="ns3:SharedWithDetails" minOccurs="0"/>
                <xsd:element ref="ns3:LastSharedByUser" minOccurs="0"/>
                <xsd:element ref="ns3:LastSharedByTime" minOccurs="0"/>
                <xsd:element ref="ns1:_ip_UnifiedCompliancePolicyProperties" minOccurs="0"/>
                <xsd:element ref="ns1:_ip_UnifiedCompliancePolicyUIAction" minOccurs="0"/>
                <xsd:element ref="ns2:MediaServiceAuto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5" nillable="true" ma:displayName="Unified Compliance Policy Properties" ma:hidden="true" ma:internalName="_ip_UnifiedCompliancePolicyProperties">
      <xsd:simpleType>
        <xsd:restriction base="dms:Note"/>
      </xsd:simpleType>
    </xsd:element>
    <xsd:element name="_ip_UnifiedCompliancePolicyUIAction" ma:index="16"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6dc4bcd6-49db-4c07-9060-8acfc67cef9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7" nillable="true" ma:displayName="MediaServiceAutoTags" ma:internalName="MediaServiceAutoTag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fb0879af-3eba-417a-a55a-ffe6dcd6ca77" elementFormDefault="qualified">
    <xsd:import namespace="http://schemas.microsoft.com/office/2006/documentManagement/types"/>
    <xsd:import namespace="http://schemas.microsoft.com/office/infopath/2007/PartnerControls"/>
    <xsd:element name="SharedWithUsers" ma:index="1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Shared With Details" ma:internalName="SharedWithDetails" ma:readOnly="true">
      <xsd:simpleType>
        <xsd:restriction base="dms:Note">
          <xsd:maxLength value="255"/>
        </xsd:restriction>
      </xsd:simpleType>
    </xsd:element>
    <xsd:element name="LastSharedByUser" ma:index="13" nillable="true" ma:displayName="Last Shared By User" ma:hidden="true" ma:internalName="LastSharedByUser" ma:readOnly="true">
      <xsd:simpleType>
        <xsd:restriction base="dms:Note"/>
      </xsd:simpleType>
    </xsd:element>
    <xsd:element name="LastSharedByTime" ma:index="14" nillable="true" ma:displayName="Last Shared By Time" ma:hidden="true" ma:internalName="LastSharedByTime" ma:readOnly="true">
      <xsd:simpleType>
        <xsd:restriction base="dms:DateTim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8992231-163D-4428-A2B8-DA1FE0274129}">
  <ds:schemaRefs>
    <ds:schemaRef ds:uri="http://purl.org/dc/terms/"/>
    <ds:schemaRef ds:uri="6dc4bcd6-49db-4c07-9060-8acfc67cef9f"/>
    <ds:schemaRef ds:uri="http://schemas.microsoft.com/office/infopath/2007/PartnerControls"/>
    <ds:schemaRef ds:uri="http://schemas.microsoft.com/office/2006/documentManagement/types"/>
    <ds:schemaRef ds:uri="http://purl.org/dc/elements/1.1/"/>
    <ds:schemaRef ds:uri="http://purl.org/dc/dcmitype/"/>
    <ds:schemaRef ds:uri="http://schemas.openxmlformats.org/package/2006/metadata/core-properties"/>
    <ds:schemaRef ds:uri="fb0879af-3eba-417a-a55a-ffe6dcd6ca77"/>
    <ds:schemaRef ds:uri="http://schemas.microsoft.com/sharepoint/v3"/>
    <ds:schemaRef ds:uri="http://schemas.microsoft.com/office/2006/metadata/properties"/>
    <ds:schemaRef ds:uri="http://www.w3.org/XML/1998/namespace"/>
  </ds:schemaRefs>
</ds:datastoreItem>
</file>

<file path=customXml/itemProps2.xml><?xml version="1.0" encoding="utf-8"?>
<ds:datastoreItem xmlns:ds="http://schemas.openxmlformats.org/officeDocument/2006/customXml" ds:itemID="{8A95DE24-D6C3-4A00-9085-D9594C193AE1}">
  <ds:schemaRefs>
    <ds:schemaRef ds:uri="http://schemas.microsoft.com/sharepoint/v3/contenttype/forms"/>
  </ds:schemaRefs>
</ds:datastoreItem>
</file>

<file path=customXml/itemProps3.xml><?xml version="1.0" encoding="utf-8"?>
<ds:datastoreItem xmlns:ds="http://schemas.openxmlformats.org/officeDocument/2006/customXml" ds:itemID="{6B67ACAB-C3DC-429D-A23C-0723C084FEE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6dc4bcd6-49db-4c07-9060-8acfc67cef9f"/>
    <ds:schemaRef ds:uri="fb0879af-3eba-417a-a55a-ffe6dcd6ca77"/>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Современная презентация (синее оформление)</Template>
  <TotalTime>0</TotalTime>
  <Words>461</Words>
  <Application>Microsoft Office PowerPoint</Application>
  <PresentationFormat>Широкоэкранный</PresentationFormat>
  <Paragraphs>101</Paragraphs>
  <Slides>14</Slides>
  <Notes>14</Notes>
  <HiddenSlides>0</HiddenSlides>
  <MMClips>0</MMClips>
  <ScaleCrop>false</ScaleCrop>
  <HeadingPairs>
    <vt:vector size="6" baseType="variant">
      <vt:variant>
        <vt:lpstr>Использованные шрифты</vt:lpstr>
      </vt:variant>
      <vt:variant>
        <vt:i4>5</vt:i4>
      </vt:variant>
      <vt:variant>
        <vt:lpstr>Тема</vt:lpstr>
      </vt:variant>
      <vt:variant>
        <vt:i4>1</vt:i4>
      </vt:variant>
      <vt:variant>
        <vt:lpstr>Заголовки слайдов</vt:lpstr>
      </vt:variant>
      <vt:variant>
        <vt:i4>14</vt:i4>
      </vt:variant>
    </vt:vector>
  </HeadingPairs>
  <TitlesOfParts>
    <vt:vector size="20" baseType="lpstr">
      <vt:lpstr>Arial</vt:lpstr>
      <vt:lpstr>Calibri</vt:lpstr>
      <vt:lpstr>Tahoma</vt:lpstr>
      <vt:lpstr>Trade Gothic LT Pro</vt:lpstr>
      <vt:lpstr>Trebuchet MS</vt:lpstr>
      <vt:lpstr>Тема Office</vt:lpstr>
      <vt:lpstr>Разработка модуля обработки групповых запросов Modbus в среде Owen Logic </vt:lpstr>
      <vt:lpstr>Цели и задачи работы</vt:lpstr>
      <vt:lpstr>Заголовок</vt:lpstr>
      <vt:lpstr>Заголовок</vt:lpstr>
      <vt:lpstr>Заголовок</vt:lpstr>
      <vt:lpstr>Заголовок раздела 01</vt:lpstr>
      <vt:lpstr>Ключевые условия группировки запросов</vt:lpstr>
      <vt:lpstr>Ограничения протоколов Modbus RTU и ASCII </vt:lpstr>
      <vt:lpstr>Диаграмма</vt:lpstr>
      <vt:lpstr>Заголовок раздела 02</vt:lpstr>
      <vt:lpstr>Проблема неэффективного опроса устройств  Последовательный опрос переменных приводит к значительным издержкам и ограничивает производительность системы КС1.</vt:lpstr>
      <vt:lpstr>Спасибо!</vt:lpstr>
      <vt:lpstr>Спасибо!</vt:lpstr>
      <vt:lpstr>Основные результаты</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2025-11-29T16:02:20Z</dcterms:created>
  <dcterms:modified xsi:type="dcterms:W3CDTF">2025-11-29T21:09:48Z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0x010100DEEA25CC0A0AC24199CDC46C25B8B0BC</vt:lpwstr>
  </property>
</Properties>
</file>