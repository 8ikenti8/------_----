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19"/>
  </p:notesMasterIdLst>
  <p:handoutMasterIdLst>
    <p:handoutMasterId r:id="rId20"/>
  </p:handoutMasterIdLst>
  <p:sldIdLst>
    <p:sldId id="256" r:id="rId5"/>
    <p:sldId id="258" r:id="rId6"/>
    <p:sldId id="262" r:id="rId7"/>
    <p:sldId id="283" r:id="rId8"/>
    <p:sldId id="261" r:id="rId9"/>
    <p:sldId id="257" r:id="rId10"/>
    <p:sldId id="264" r:id="rId11"/>
    <p:sldId id="266" r:id="rId12"/>
    <p:sldId id="284" r:id="rId13"/>
    <p:sldId id="260" r:id="rId14"/>
    <p:sldId id="267" r:id="rId15"/>
    <p:sldId id="269" r:id="rId16"/>
    <p:sldId id="268" r:id="rId17"/>
    <p:sldId id="285" r:id="rId18"/>
  </p:sldIdLst>
  <p:sldSz cx="12192000" cy="6858000"/>
  <p:notesSz cx="6858000" cy="9144000"/>
  <p:defaultTextStyle>
    <a:defPPr rtl="0">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8" autoAdjust="0"/>
    <p:restoredTop sz="94660"/>
  </p:normalViewPr>
  <p:slideViewPr>
    <p:cSldViewPr snapToGrid="0">
      <p:cViewPr>
        <p:scale>
          <a:sx n="100" d="100"/>
          <a:sy n="100" d="100"/>
        </p:scale>
        <p:origin x="3115" y="634"/>
      </p:cViewPr>
      <p:guideLst>
        <p:guide orient="horz" pos="2160"/>
        <p:guide pos="3840"/>
      </p:guideLst>
    </p:cSldViewPr>
  </p:slideViewPr>
  <p:notesTextViewPr>
    <p:cViewPr>
      <p:scale>
        <a:sx n="1" d="1"/>
        <a:sy n="1" d="1"/>
      </p:scale>
      <p:origin x="0" y="0"/>
    </p:cViewPr>
  </p:notesTextViewPr>
  <p:notesViewPr>
    <p:cSldViewPr snapToGrid="0">
      <p:cViewPr varScale="1">
        <p:scale>
          <a:sx n="89" d="100"/>
          <a:sy n="89" d="100"/>
        </p:scale>
        <p:origin x="2862"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_____Microsoft_Excel.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Ряд 1</c:v>
                </c:pt>
              </c:strCache>
            </c:strRef>
          </c:tx>
          <c:spPr>
            <a:solidFill>
              <a:schemeClr val="accent3"/>
            </a:solidFill>
            <a:ln>
              <a:noFill/>
            </a:ln>
            <a:effectLst/>
          </c:spPr>
          <c:invertIfNegative val="0"/>
          <c:dPt>
            <c:idx val="1"/>
            <c:invertIfNegative val="0"/>
            <c:bubble3D val="0"/>
            <c:spPr>
              <a:pattFill prst="ltUpDiag">
                <a:fgClr>
                  <a:schemeClr val="accent1">
                    <a:lumMod val="50000"/>
                  </a:schemeClr>
                </a:fgClr>
                <a:bgClr>
                  <a:schemeClr val="accent6"/>
                </a:bgClr>
              </a:pattFill>
              <a:ln w="12700">
                <a:solidFill>
                  <a:schemeClr val="accent6">
                    <a:lumMod val="60000"/>
                    <a:lumOff val="40000"/>
                  </a:schemeClr>
                </a:solidFill>
              </a:ln>
              <a:effectLst/>
            </c:spPr>
            <c:extLst>
              <c:ext xmlns:c16="http://schemas.microsoft.com/office/drawing/2014/chart" uri="{C3380CC4-5D6E-409C-BE32-E72D297353CC}">
                <c16:uniqueId val="{00000001-AEA3-42BD-B1B8-9E368E64ABCB}"/>
              </c:ext>
            </c:extLst>
          </c:dPt>
          <c:dPt>
            <c:idx val="2"/>
            <c:invertIfNegative val="0"/>
            <c:bubble3D val="0"/>
            <c:spPr>
              <a:pattFill prst="ltUpDiag">
                <a:fgClr>
                  <a:schemeClr val="accent1">
                    <a:lumMod val="50000"/>
                  </a:schemeClr>
                </a:fgClr>
                <a:bgClr>
                  <a:schemeClr val="accent3"/>
                </a:bgClr>
              </a:pattFill>
              <a:ln w="12700">
                <a:solidFill>
                  <a:schemeClr val="accent3">
                    <a:lumMod val="60000"/>
                    <a:lumOff val="40000"/>
                  </a:schemeClr>
                </a:solidFill>
              </a:ln>
              <a:effectLst/>
            </c:spPr>
            <c:extLst>
              <c:ext xmlns:c16="http://schemas.microsoft.com/office/drawing/2014/chart" uri="{C3380CC4-5D6E-409C-BE32-E72D297353CC}">
                <c16:uniqueId val="{00000003-AEA3-42BD-B1B8-9E368E64ABCB}"/>
              </c:ext>
            </c:extLst>
          </c:dPt>
          <c:dPt>
            <c:idx val="3"/>
            <c:invertIfNegative val="0"/>
            <c:bubble3D val="0"/>
            <c:spPr>
              <a:pattFill prst="ltUpDiag">
                <a:fgClr>
                  <a:schemeClr val="accent1">
                    <a:lumMod val="50000"/>
                  </a:schemeClr>
                </a:fgClr>
                <a:bgClr>
                  <a:schemeClr val="accent1">
                    <a:lumMod val="60000"/>
                    <a:lumOff val="40000"/>
                  </a:schemeClr>
                </a:bgClr>
              </a:pattFill>
              <a:ln w="12700">
                <a:solidFill>
                  <a:schemeClr val="accent1">
                    <a:lumMod val="40000"/>
                    <a:lumOff val="60000"/>
                  </a:schemeClr>
                </a:solidFill>
              </a:ln>
              <a:effectLst/>
            </c:spPr>
            <c:extLst>
              <c:ext xmlns:c16="http://schemas.microsoft.com/office/drawing/2014/chart" uri="{C3380CC4-5D6E-409C-BE32-E72D297353CC}">
                <c16:uniqueId val="{00000005-AEA3-42BD-B1B8-9E368E64ABCB}"/>
              </c:ext>
            </c:extLst>
          </c:dPt>
          <c:dPt>
            <c:idx val="4"/>
            <c:invertIfNegative val="0"/>
            <c:bubble3D val="0"/>
            <c:spPr>
              <a:pattFill prst="ltUpDiag">
                <a:fgClr>
                  <a:schemeClr val="accent1">
                    <a:lumMod val="50000"/>
                  </a:schemeClr>
                </a:fgClr>
                <a:bgClr>
                  <a:schemeClr val="accent2"/>
                </a:bgClr>
              </a:pattFill>
              <a:ln w="12700">
                <a:solidFill>
                  <a:schemeClr val="accent2">
                    <a:lumMod val="60000"/>
                    <a:lumOff val="40000"/>
                  </a:schemeClr>
                </a:solidFill>
              </a:ln>
              <a:effectLst/>
            </c:spPr>
            <c:extLst>
              <c:ext xmlns:c16="http://schemas.microsoft.com/office/drawing/2014/chart" uri="{C3380CC4-5D6E-409C-BE32-E72D297353CC}">
                <c16:uniqueId val="{00000007-AEA3-42BD-B1B8-9E368E64ABCB}"/>
              </c:ext>
            </c:extLst>
          </c:dPt>
          <c:cat>
            <c:strRef>
              <c:f>Sheet1!$A$2:$A$6</c:f>
              <c:strCache>
                <c:ptCount val="5"/>
                <c:pt idx="0">
                  <c:v>20ГГ</c:v>
                </c:pt>
                <c:pt idx="1">
                  <c:v>20ГГ</c:v>
                </c:pt>
                <c:pt idx="2">
                  <c:v>20ГГ</c:v>
                </c:pt>
                <c:pt idx="3">
                  <c:v>20ГГ</c:v>
                </c:pt>
                <c:pt idx="4">
                  <c:v>20ГГ</c:v>
                </c:pt>
              </c:strCache>
            </c:strRef>
          </c:cat>
          <c:val>
            <c:numRef>
              <c:f>Sheet1!$B$2:$B$6</c:f>
              <c:numCache>
                <c:formatCode>#,##0\ "₽"</c:formatCode>
                <c:ptCount val="5"/>
                <c:pt idx="0">
                  <c:v>0</c:v>
                </c:pt>
                <c:pt idx="1">
                  <c:v>6750</c:v>
                </c:pt>
                <c:pt idx="2">
                  <c:v>33750</c:v>
                </c:pt>
                <c:pt idx="3">
                  <c:v>135000</c:v>
                </c:pt>
                <c:pt idx="4">
                  <c:v>270000</c:v>
                </c:pt>
              </c:numCache>
            </c:numRef>
          </c:val>
          <c:extLst>
            <c:ext xmlns:c16="http://schemas.microsoft.com/office/drawing/2014/chart" uri="{C3380CC4-5D6E-409C-BE32-E72D297353CC}">
              <c16:uniqueId val="{00000008-AEA3-42BD-B1B8-9E368E64ABCB}"/>
            </c:ext>
          </c:extLst>
        </c:ser>
        <c:dLbls>
          <c:showLegendKey val="0"/>
          <c:showVal val="0"/>
          <c:showCatName val="0"/>
          <c:showSerName val="0"/>
          <c:showPercent val="0"/>
          <c:showBubbleSize val="0"/>
        </c:dLbls>
        <c:gapWidth val="24"/>
        <c:axId val="1000041416"/>
        <c:axId val="1000041744"/>
      </c:barChart>
      <c:catAx>
        <c:axId val="1000041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ru-RU"/>
          </a:p>
        </c:txPr>
        <c:crossAx val="1000041744"/>
        <c:crosses val="autoZero"/>
        <c:auto val="1"/>
        <c:lblAlgn val="ctr"/>
        <c:lblOffset val="100"/>
        <c:noMultiLvlLbl val="0"/>
      </c:catAx>
      <c:valAx>
        <c:axId val="1000041744"/>
        <c:scaling>
          <c:orientation val="minMax"/>
        </c:scaling>
        <c:delete val="0"/>
        <c:axPos val="l"/>
        <c:numFmt formatCode="#,##0\ &quot;₽&quot;"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ru-RU"/>
          </a:p>
        </c:txPr>
        <c:crossAx val="10000414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n-lt"/>
        </a:defRPr>
      </a:pPr>
      <a:endParaRPr lang="ru-RU"/>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u-RU"/>
          </a:p>
        </p:txBody>
      </p:sp>
      <p:sp>
        <p:nvSpPr>
          <p:cNvPr id="3" name="Дата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35C963BE-E818-41F7-9555-4F4B742E98AE}" type="datetime1">
              <a:rPr lang="ru-RU" smtClean="0"/>
              <a:t>29.11.2025</a:t>
            </a:fld>
            <a:endParaRPr lang="ru-RU"/>
          </a:p>
        </p:txBody>
      </p:sp>
      <p:sp>
        <p:nvSpPr>
          <p:cNvPr id="4" name="Нижний колонтитул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u-RU"/>
          </a:p>
        </p:txBody>
      </p:sp>
      <p:sp>
        <p:nvSpPr>
          <p:cNvPr id="5" name="Номер слайда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831430A-4AA4-45C8-AC23-CD6B61C41A4C}" type="slidenum">
              <a:rPr lang="ru-RU" smtClean="0"/>
              <a:t>‹#›</a:t>
            </a:fld>
            <a:endParaRPr lang="ru-RU"/>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u-RU" noProof="0"/>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15735222-6EEA-46CD-B936-E9E9D4B85411}" type="datetime1">
              <a:rPr lang="ru-RU" noProof="0" smtClean="0"/>
              <a:t>29.11.2025</a:t>
            </a:fld>
            <a:endParaRPr lang="ru-RU" noProof="0"/>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u-RU" noProof="0"/>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u-RU" noProof="0"/>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1734D747-9380-41EE-9946-EC9EC0CA5D1E}" type="slidenum">
              <a:rPr lang="ru-RU" noProof="0" smtClean="0"/>
              <a:t>‹#›</a:t>
            </a:fld>
            <a:endParaRPr lang="ru-RU" noProof="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1</a:t>
            </a:fld>
            <a:endParaRPr lang="ru-RU"/>
          </a:p>
        </p:txBody>
      </p:sp>
    </p:spTree>
    <p:extLst>
      <p:ext uri="{BB962C8B-B14F-4D97-AF65-F5344CB8AC3E}">
        <p14:creationId xmlns:p14="http://schemas.microsoft.com/office/powerpoint/2010/main" val="4243935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2</a:t>
            </a:fld>
            <a:endParaRPr lang="ru-RU"/>
          </a:p>
        </p:txBody>
      </p:sp>
    </p:spTree>
    <p:extLst>
      <p:ext uri="{BB962C8B-B14F-4D97-AF65-F5344CB8AC3E}">
        <p14:creationId xmlns:p14="http://schemas.microsoft.com/office/powerpoint/2010/main" val="2223578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3</a:t>
            </a:fld>
            <a:endParaRPr lang="ru-RU"/>
          </a:p>
        </p:txBody>
      </p:sp>
    </p:spTree>
    <p:extLst>
      <p:ext uri="{BB962C8B-B14F-4D97-AF65-F5344CB8AC3E}">
        <p14:creationId xmlns:p14="http://schemas.microsoft.com/office/powerpoint/2010/main" val="1802593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4</a:t>
            </a:fld>
            <a:endParaRPr lang="ru-RU"/>
          </a:p>
        </p:txBody>
      </p:sp>
    </p:spTree>
    <p:extLst>
      <p:ext uri="{BB962C8B-B14F-4D97-AF65-F5344CB8AC3E}">
        <p14:creationId xmlns:p14="http://schemas.microsoft.com/office/powerpoint/2010/main" val="3799446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5</a:t>
            </a:fld>
            <a:endParaRPr lang="ru-RU"/>
          </a:p>
        </p:txBody>
      </p:sp>
    </p:spTree>
    <p:extLst>
      <p:ext uri="{BB962C8B-B14F-4D97-AF65-F5344CB8AC3E}">
        <p14:creationId xmlns:p14="http://schemas.microsoft.com/office/powerpoint/2010/main" val="18411213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6</a:t>
            </a:fld>
            <a:endParaRPr lang="ru-RU"/>
          </a:p>
        </p:txBody>
      </p:sp>
    </p:spTree>
    <p:extLst>
      <p:ext uri="{BB962C8B-B14F-4D97-AF65-F5344CB8AC3E}">
        <p14:creationId xmlns:p14="http://schemas.microsoft.com/office/powerpoint/2010/main" val="226814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7</a:t>
            </a:fld>
            <a:endParaRPr lang="ru-RU"/>
          </a:p>
        </p:txBody>
      </p:sp>
    </p:spTree>
    <p:extLst>
      <p:ext uri="{BB962C8B-B14F-4D97-AF65-F5344CB8AC3E}">
        <p14:creationId xmlns:p14="http://schemas.microsoft.com/office/powerpoint/2010/main" val="36582711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8</a:t>
            </a:fld>
            <a:endParaRPr lang="ru-RU"/>
          </a:p>
        </p:txBody>
      </p:sp>
    </p:spTree>
    <p:extLst>
      <p:ext uri="{BB962C8B-B14F-4D97-AF65-F5344CB8AC3E}">
        <p14:creationId xmlns:p14="http://schemas.microsoft.com/office/powerpoint/2010/main" val="14277066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9</a:t>
            </a:fld>
            <a:endParaRPr lang="ru-RU"/>
          </a:p>
        </p:txBody>
      </p:sp>
    </p:spTree>
    <p:extLst>
      <p:ext uri="{BB962C8B-B14F-4D97-AF65-F5344CB8AC3E}">
        <p14:creationId xmlns:p14="http://schemas.microsoft.com/office/powerpoint/2010/main" val="20024616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10</a:t>
            </a:fld>
            <a:endParaRPr lang="ru-RU"/>
          </a:p>
        </p:txBody>
      </p:sp>
    </p:spTree>
    <p:extLst>
      <p:ext uri="{BB962C8B-B14F-4D97-AF65-F5344CB8AC3E}">
        <p14:creationId xmlns:p14="http://schemas.microsoft.com/office/powerpoint/2010/main" val="1450963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11</a:t>
            </a:fld>
            <a:endParaRPr lang="ru-RU"/>
          </a:p>
        </p:txBody>
      </p:sp>
    </p:spTree>
    <p:extLst>
      <p:ext uri="{BB962C8B-B14F-4D97-AF65-F5344CB8AC3E}">
        <p14:creationId xmlns:p14="http://schemas.microsoft.com/office/powerpoint/2010/main" val="42526904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12</a:t>
            </a:fld>
            <a:endParaRPr lang="ru-RU"/>
          </a:p>
        </p:txBody>
      </p:sp>
    </p:spTree>
    <p:extLst>
      <p:ext uri="{BB962C8B-B14F-4D97-AF65-F5344CB8AC3E}">
        <p14:creationId xmlns:p14="http://schemas.microsoft.com/office/powerpoint/2010/main" val="28851866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13</a:t>
            </a:fld>
            <a:endParaRPr lang="ru-RU"/>
          </a:p>
        </p:txBody>
      </p:sp>
    </p:spTree>
    <p:extLst>
      <p:ext uri="{BB962C8B-B14F-4D97-AF65-F5344CB8AC3E}">
        <p14:creationId xmlns:p14="http://schemas.microsoft.com/office/powerpoint/2010/main" val="1477831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1734D747-9380-41EE-9946-EC9EC0CA5D1E}" type="slidenum">
              <a:rPr lang="ru-RU" smtClean="0"/>
              <a:t>14</a:t>
            </a:fld>
            <a:endParaRPr lang="ru-RU"/>
          </a:p>
        </p:txBody>
      </p:sp>
    </p:spTree>
    <p:extLst>
      <p:ext uri="{BB962C8B-B14F-4D97-AF65-F5344CB8AC3E}">
        <p14:creationId xmlns:p14="http://schemas.microsoft.com/office/powerpoint/2010/main" val="4202573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1" name="Прямоугольник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nvGrpSpPr>
          <p:cNvPr id="7" name="Группа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Группа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Полилиния: фигура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6" name="Полилиния: фигура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7" name="Прямоугольный треугольник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8" name="Прямоугольный треугольник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9" name="Прямоугольный треугольник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0" name="Полилиния: Фигура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9" name="Полилиния: Фигура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0" name="Полилиния: Фигура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1" name="Полилиния: Фигура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nvGrpSpPr>
            <p:cNvPr id="12" name="Группа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Полилиния: Фигура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4" name="Полилиния: Фигура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grpSp>
      <p:sp>
        <p:nvSpPr>
          <p:cNvPr id="2" name="Заголовок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rtl="0"/>
            <a:r>
              <a:rPr lang="ru-RU" noProof="0"/>
              <a:t>ЗАГОЛОВОК</a:t>
            </a:r>
          </a:p>
        </p:txBody>
      </p:sp>
      <p:sp>
        <p:nvSpPr>
          <p:cNvPr id="3" name="Подзаголовок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rtl="0"/>
            <a:r>
              <a:rPr lang="ru-RU" noProof="0" smtClean="0"/>
              <a:t>Образец подзаголовка</a:t>
            </a:r>
            <a:endParaRPr lang="ru-RU" noProof="0"/>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Заголовок раздела">
    <p:spTree>
      <p:nvGrpSpPr>
        <p:cNvPr id="1" name=""/>
        <p:cNvGrpSpPr/>
        <p:nvPr/>
      </p:nvGrpSpPr>
      <p:grpSpPr>
        <a:xfrm>
          <a:off x="0" y="0"/>
          <a:ext cx="0" cy="0"/>
          <a:chOff x="0" y="0"/>
          <a:chExt cx="0" cy="0"/>
        </a:xfrm>
      </p:grpSpPr>
      <p:sp>
        <p:nvSpPr>
          <p:cNvPr id="7" name="Прямоугольник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8" name="Полилиния: Фигура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9" name="Полилиния: Фигура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0" name="Прямоугольный треугольник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1" name="Полилиния: Фигура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2" name="Полилиния: Фигура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3" name="Полилиния: Фигура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4" name="Полилиния: Фигура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5" name="Полилиния: Фигура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grpSp>
        <p:nvGrpSpPr>
          <p:cNvPr id="16" name="Группа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Полилиния: Фигура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8" name="Полилиния: Фигура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grpSp>
        <p:nvGrpSpPr>
          <p:cNvPr id="19" name="Группа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Полилиния: Фигура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1" name="Полилиния: Фигура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3" name="Текст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rtl="0"/>
            <a:r>
              <a:rPr lang="ru-RU" noProof="0" smtClean="0"/>
              <a:t>Образец текста</a:t>
            </a:r>
          </a:p>
        </p:txBody>
      </p:sp>
      <p:sp>
        <p:nvSpPr>
          <p:cNvPr id="22" name="Номер слайда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sp>
        <p:nvSpPr>
          <p:cNvPr id="23" name="Заголовок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rtl="0"/>
            <a:r>
              <a:rPr lang="ru-RU" noProof="0"/>
              <a:t>Заголовок раздела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Дополнительный заголовок раздела">
    <p:spTree>
      <p:nvGrpSpPr>
        <p:cNvPr id="1" name=""/>
        <p:cNvGrpSpPr/>
        <p:nvPr/>
      </p:nvGrpSpPr>
      <p:grpSpPr>
        <a:xfrm>
          <a:off x="0" y="0"/>
          <a:ext cx="0" cy="0"/>
          <a:chOff x="0" y="0"/>
          <a:chExt cx="0" cy="0"/>
        </a:xfrm>
      </p:grpSpPr>
      <p:sp>
        <p:nvSpPr>
          <p:cNvPr id="22" name="Прямоугольник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34" name="Полилиния: Фигура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24" name="Полилиния: Фигура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5" name="Полилиния: Фигура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nvGrpSpPr>
          <p:cNvPr id="26" name="Группа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Полилиния: Фигура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28" name="Полилиния: Фигура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grpSp>
      <p:sp>
        <p:nvSpPr>
          <p:cNvPr id="29" name="Полилиния: Фигура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30" name="Полилиния: Фигура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grpSp>
        <p:nvGrpSpPr>
          <p:cNvPr id="31" name="Группа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Полилиния: Фигура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33" name="Полилиния: Фигура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2" name="Заголовок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rtl="0"/>
            <a:r>
              <a:rPr lang="ru-RU" noProof="0"/>
              <a:t>Заголовок раздела 01</a:t>
            </a:r>
          </a:p>
        </p:txBody>
      </p:sp>
      <p:sp>
        <p:nvSpPr>
          <p:cNvPr id="3" name="Текст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rtl="0"/>
            <a:r>
              <a:rPr lang="ru-RU" noProof="0" smtClean="0"/>
              <a:t>Образец текста</a:t>
            </a:r>
          </a:p>
        </p:txBody>
      </p:sp>
      <p:sp>
        <p:nvSpPr>
          <p:cNvPr id="35" name="Номер слайда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Слайд с цитатами">
    <p:spTree>
      <p:nvGrpSpPr>
        <p:cNvPr id="1" name=""/>
        <p:cNvGrpSpPr/>
        <p:nvPr/>
      </p:nvGrpSpPr>
      <p:grpSpPr>
        <a:xfrm>
          <a:off x="0" y="0"/>
          <a:ext cx="0" cy="0"/>
          <a:chOff x="0" y="0"/>
          <a:chExt cx="0" cy="0"/>
        </a:xfrm>
      </p:grpSpPr>
      <p:sp>
        <p:nvSpPr>
          <p:cNvPr id="22" name="Прямоугольник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34" name="Полилиния: Фигура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24" name="Полилиния: Фигура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5" name="Полилиния: Фигура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4" name="Овал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8" name="Заголовок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rtl="0"/>
            <a:r>
              <a:rPr lang="ru-RU" sz="18400" noProof="0">
                <a:solidFill>
                  <a:schemeClr val="accent1">
                    <a:lumMod val="60000"/>
                    <a:lumOff val="40000"/>
                  </a:schemeClr>
                </a:solidFill>
                <a:latin typeface="+mj-lt"/>
              </a:rPr>
              <a:t>"</a:t>
            </a:r>
          </a:p>
        </p:txBody>
      </p:sp>
      <p:sp>
        <p:nvSpPr>
          <p:cNvPr id="2" name="Заголовок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rtl="0"/>
            <a:r>
              <a:rPr lang="ru-RU" noProof="0"/>
              <a:t>Цитата</a:t>
            </a:r>
          </a:p>
        </p:txBody>
      </p:sp>
      <p:sp>
        <p:nvSpPr>
          <p:cNvPr id="19" name="Номер слайда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Заголовок + текст">
    <p:bg>
      <p:bgPr>
        <a:solidFill>
          <a:schemeClr val="accent2"/>
        </a:solidFill>
        <a:effectLst/>
      </p:bgPr>
    </p:bg>
    <p:spTree>
      <p:nvGrpSpPr>
        <p:cNvPr id="1" name=""/>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0" name="Полилиния: Фигура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8" name="Полилиния: Фигура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 name="Заголовок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ru-RU" noProof="0" smtClean="0"/>
              <a:t>Образец заголовка</a:t>
            </a:r>
            <a:endParaRPr lang="ru-RU" noProof="0"/>
          </a:p>
        </p:txBody>
      </p:sp>
      <p:sp>
        <p:nvSpPr>
          <p:cNvPr id="5" name="Номер слайда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grpSp>
        <p:nvGrpSpPr>
          <p:cNvPr id="15" name="Группа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Полилиния: Фигура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7" name="Полилиния: Фигура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23" name="Текст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rtlCol="0">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Только заголовок">
    <p:bg>
      <p:bgPr>
        <a:solidFill>
          <a:schemeClr val="accent2"/>
        </a:solidFill>
        <a:effectLst/>
      </p:bgPr>
    </p:bg>
    <p:spTree>
      <p:nvGrpSpPr>
        <p:cNvPr id="1" name=""/>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0" name="Полилиния: Фигура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8" name="Полилиния: Фигура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2" name="Полилиния: фигура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8" name="Полилиния: Фигура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 name="Заголовок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ru-RU" noProof="0" smtClean="0"/>
              <a:t>Образец заголовка</a:t>
            </a:r>
            <a:endParaRPr lang="ru-RU" noProof="0"/>
          </a:p>
        </p:txBody>
      </p:sp>
      <p:grpSp>
        <p:nvGrpSpPr>
          <p:cNvPr id="15" name="Группа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Полилиния: Фигура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7" name="Полилиния: Фигура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grpSp>
        <p:nvGrpSpPr>
          <p:cNvPr id="6" name="Группа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Прямоугольник: Усеченный угол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ru-RU" noProof="0"/>
            </a:p>
          </p:txBody>
        </p:sp>
        <p:sp>
          <p:nvSpPr>
            <p:cNvPr id="3" name="Прямоугольник: Усеченный угол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24" name="Полилиния: Фигура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5" name="Номер слайда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Заголовок и объект">
    <p:bg>
      <p:bgPr>
        <a:solidFill>
          <a:schemeClr val="accent2"/>
        </a:solidFill>
        <a:effectLst/>
      </p:bgPr>
    </p:bg>
    <p:spTree>
      <p:nvGrpSpPr>
        <p:cNvPr id="1" name=""/>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0" name="Полилиния: Фигура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8" name="Полилиния: Фигура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2" name="Полилиния: фигура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8" name="Полилиния: Фигура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 name="Заголовок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ru-RU" noProof="0" smtClean="0"/>
              <a:t>Образец заголовка</a:t>
            </a:r>
            <a:endParaRPr lang="ru-RU" noProof="0"/>
          </a:p>
        </p:txBody>
      </p:sp>
      <p:grpSp>
        <p:nvGrpSpPr>
          <p:cNvPr id="15" name="Группа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Полилиния: Фигура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7" name="Полилиния: Фигура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grpSp>
        <p:nvGrpSpPr>
          <p:cNvPr id="6" name="Группа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Прямоугольник: Усеченный угол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ru-RU" noProof="0"/>
            </a:p>
          </p:txBody>
        </p:sp>
        <p:sp>
          <p:nvSpPr>
            <p:cNvPr id="3" name="Прямоугольник: Усеченный угол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24" name="Полилиния: Фигура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5" name="Номер слайда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sp>
        <p:nvSpPr>
          <p:cNvPr id="20" name="Объект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rtlCol="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a:p>
        </p:txBody>
      </p:sp>
    </p:spTree>
    <p:extLst>
      <p:ext uri="{BB962C8B-B14F-4D97-AF65-F5344CB8AC3E}">
        <p14:creationId xmlns:p14="http://schemas.microsoft.com/office/powerpoint/2010/main" val="2636708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Сравнение">
    <p:bg>
      <p:bgPr>
        <a:solidFill>
          <a:schemeClr val="accent2"/>
        </a:solidFill>
        <a:effectLst/>
      </p:bgPr>
    </p:bg>
    <p:spTree>
      <p:nvGrpSpPr>
        <p:cNvPr id="1" name=""/>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0" name="Полилиния: Фигура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8" name="Полилиния: Фигура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2" name="Полилиния: фигура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8" name="Полилиния: Фигура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 name="Заголовок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ru-RU" noProof="0" smtClean="0"/>
              <a:t>Образец заголовка</a:t>
            </a:r>
            <a:endParaRPr lang="ru-RU" noProof="0"/>
          </a:p>
        </p:txBody>
      </p:sp>
      <p:grpSp>
        <p:nvGrpSpPr>
          <p:cNvPr id="15" name="Группа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Полилиния: Фигура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7" name="Полилиния: Фигура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grpSp>
        <p:nvGrpSpPr>
          <p:cNvPr id="6" name="Группа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Прямоугольник: Усеченный угол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ru-RU" noProof="0"/>
            </a:p>
          </p:txBody>
        </p:sp>
        <p:sp>
          <p:nvSpPr>
            <p:cNvPr id="3" name="Прямоугольник: Усеченный угол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24" name="Полилиния: Фигура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5" name="Номер слайда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sp>
        <p:nvSpPr>
          <p:cNvPr id="25" name="Текст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rtlCol="0"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smtClean="0"/>
              <a:t>Образец текста</a:t>
            </a:r>
          </a:p>
        </p:txBody>
      </p:sp>
      <p:sp>
        <p:nvSpPr>
          <p:cNvPr id="26" name="Текст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rtlCol="0"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ru-RU" noProof="0" smtClean="0"/>
              <a:t>Образец текста</a:t>
            </a:r>
          </a:p>
        </p:txBody>
      </p:sp>
      <p:sp>
        <p:nvSpPr>
          <p:cNvPr id="27" name="Объект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rtlCol="0">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a:p>
        </p:txBody>
      </p:sp>
      <p:sp>
        <p:nvSpPr>
          <p:cNvPr id="28" name="Объект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rtlCol="0">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a:p>
        </p:txBody>
      </p:sp>
    </p:spTree>
    <p:extLst>
      <p:ext uri="{BB962C8B-B14F-4D97-AF65-F5344CB8AC3E}">
        <p14:creationId xmlns:p14="http://schemas.microsoft.com/office/powerpoint/2010/main" val="3219167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Два типа содержимого">
    <p:bg>
      <p:bgPr>
        <a:solidFill>
          <a:schemeClr val="accent2"/>
        </a:solidFill>
        <a:effectLst/>
      </p:bgPr>
    </p:bg>
    <p:spTree>
      <p:nvGrpSpPr>
        <p:cNvPr id="1" name=""/>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0" name="Полилиния: Фигура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8" name="Полилиния: Фигура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2" name="Полилиния: фигура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8" name="Полилиния: Фигура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 name="Заголовок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ru-RU" noProof="0" smtClean="0"/>
              <a:t>Образец заголовка</a:t>
            </a:r>
            <a:endParaRPr lang="ru-RU" noProof="0"/>
          </a:p>
        </p:txBody>
      </p:sp>
      <p:grpSp>
        <p:nvGrpSpPr>
          <p:cNvPr id="15" name="Группа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Полилиния: Фигура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7" name="Полилиния: Фигура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grpSp>
        <p:nvGrpSpPr>
          <p:cNvPr id="6" name="Группа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Прямоугольник: Усеченный угол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ru-RU" noProof="0"/>
            </a:p>
          </p:txBody>
        </p:sp>
        <p:sp>
          <p:nvSpPr>
            <p:cNvPr id="3" name="Прямоугольник: Усеченный угол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24" name="Полилиния: Фигура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5" name="Номер слайда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sp>
        <p:nvSpPr>
          <p:cNvPr id="20" name="Объект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rtlCol="0">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a:p>
        </p:txBody>
      </p:sp>
      <p:sp>
        <p:nvSpPr>
          <p:cNvPr id="21" name="Объект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rtlCol="0">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a:p>
        </p:txBody>
      </p:sp>
    </p:spTree>
    <p:extLst>
      <p:ext uri="{BB962C8B-B14F-4D97-AF65-F5344CB8AC3E}">
        <p14:creationId xmlns:p14="http://schemas.microsoft.com/office/powerpoint/2010/main" val="999597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Категория 5">
    <p:bg>
      <p:bgPr>
        <a:solidFill>
          <a:schemeClr val="accent2"/>
        </a:solidFill>
        <a:effectLst/>
      </p:bgPr>
    </p:bg>
    <p:spTree>
      <p:nvGrpSpPr>
        <p:cNvPr id="1" name=""/>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0" name="Полилиния: Фигура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8" name="Полилиния: Фигура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2" name="Полилиния: фигура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8" name="Полилиния: Фигура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 name="Заголовок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ru-RU" noProof="0" smtClean="0"/>
              <a:t>Образец заголовка</a:t>
            </a:r>
            <a:endParaRPr lang="ru-RU" noProof="0"/>
          </a:p>
        </p:txBody>
      </p:sp>
      <p:grpSp>
        <p:nvGrpSpPr>
          <p:cNvPr id="15" name="Группа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Полилиния: Фигура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7" name="Полилиния: Фигура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grpSp>
        <p:nvGrpSpPr>
          <p:cNvPr id="6" name="Группа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Прямоугольник: Усеченный угол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3" name="Прямоугольник: Усеченный угол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20" name="Рисунок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ru-RU" noProof="0" smtClean="0"/>
              <a:t>Вставка рисунка</a:t>
            </a:r>
            <a:endParaRPr lang="ru-RU" noProof="0"/>
          </a:p>
        </p:txBody>
      </p:sp>
      <p:sp>
        <p:nvSpPr>
          <p:cNvPr id="21" name="Рисунок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ru-RU" noProof="0" smtClean="0"/>
              <a:t>Вставка рисунка</a:t>
            </a:r>
            <a:endParaRPr lang="ru-RU" noProof="0"/>
          </a:p>
        </p:txBody>
      </p:sp>
      <p:sp>
        <p:nvSpPr>
          <p:cNvPr id="22" name="Рисунок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ru-RU" noProof="0" smtClean="0"/>
              <a:t>Вставка рисунка</a:t>
            </a:r>
            <a:endParaRPr lang="ru-RU" noProof="0"/>
          </a:p>
        </p:txBody>
      </p:sp>
      <p:sp>
        <p:nvSpPr>
          <p:cNvPr id="23" name="Рисунок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ru-RU" noProof="0" smtClean="0"/>
              <a:t>Вставка рисунка</a:t>
            </a:r>
            <a:endParaRPr lang="ru-RU" noProof="0"/>
          </a:p>
        </p:txBody>
      </p:sp>
      <p:sp>
        <p:nvSpPr>
          <p:cNvPr id="24" name="Рисунок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ru-RU" noProof="0" smtClean="0"/>
              <a:t>Вставка рисунка</a:t>
            </a:r>
            <a:endParaRPr lang="ru-RU" noProof="0"/>
          </a:p>
        </p:txBody>
      </p:sp>
      <p:sp>
        <p:nvSpPr>
          <p:cNvPr id="26" name="Текст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ru-RU" noProof="0" smtClean="0"/>
              <a:t>Образец текста</a:t>
            </a:r>
          </a:p>
        </p:txBody>
      </p:sp>
      <p:sp>
        <p:nvSpPr>
          <p:cNvPr id="27" name="Текст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ru-RU" noProof="0" smtClean="0"/>
              <a:t>Образец текста</a:t>
            </a:r>
          </a:p>
        </p:txBody>
      </p:sp>
      <p:sp>
        <p:nvSpPr>
          <p:cNvPr id="28" name="Текст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ru-RU" noProof="0" smtClean="0"/>
              <a:t>Образец текста</a:t>
            </a:r>
          </a:p>
        </p:txBody>
      </p:sp>
      <p:sp>
        <p:nvSpPr>
          <p:cNvPr id="29" name="Текст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ru-RU" noProof="0" smtClean="0"/>
              <a:t>Образец текста</a:t>
            </a:r>
          </a:p>
        </p:txBody>
      </p:sp>
      <p:sp>
        <p:nvSpPr>
          <p:cNvPr id="30" name="Текст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ru-RU" noProof="0" smtClean="0"/>
              <a:t>Образец текста</a:t>
            </a:r>
          </a:p>
        </p:txBody>
      </p:sp>
      <p:cxnSp>
        <p:nvCxnSpPr>
          <p:cNvPr id="7" name="Прямая соединительная линия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Прямая соединительная линия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Прямая соединительная линия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Прямая соединительная линия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Полилиния: Фигура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5" name="Номер слайда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spTree>
    <p:extLst>
      <p:ext uri="{BB962C8B-B14F-4D97-AF65-F5344CB8AC3E}">
        <p14:creationId xmlns:p14="http://schemas.microsoft.com/office/powerpoint/2010/main" val="476266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Фото и раздел 3">
    <p:bg>
      <p:bgPr>
        <a:solidFill>
          <a:schemeClr val="accent2"/>
        </a:solidFill>
        <a:effectLst/>
      </p:bgPr>
    </p:bg>
    <p:spTree>
      <p:nvGrpSpPr>
        <p:cNvPr id="1" name=""/>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0" name="Полилиния: Фигура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8" name="Полилиния: Фигура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2" name="Полилиния: фигура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8" name="Полилиния: Фигура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 name="Заголовок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ru-RU" noProof="0" smtClean="0"/>
              <a:t>Образец заголовка</a:t>
            </a:r>
            <a:endParaRPr lang="ru-RU" noProof="0"/>
          </a:p>
        </p:txBody>
      </p:sp>
      <p:grpSp>
        <p:nvGrpSpPr>
          <p:cNvPr id="15" name="Группа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Полилиния: Фигура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7" name="Полилиния: Фигура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grpSp>
        <p:nvGrpSpPr>
          <p:cNvPr id="6" name="Группа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Прямоугольник: Усеченный угол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3" name="Прямоугольник: Усеченный угол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26" name="Текст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rtlCol="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ru-RU" noProof="0" smtClean="0"/>
              <a:t>Образец текста</a:t>
            </a:r>
          </a:p>
        </p:txBody>
      </p:sp>
      <p:sp>
        <p:nvSpPr>
          <p:cNvPr id="35" name="Полилиния: Фигура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5" name="Номер слайда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sp>
        <p:nvSpPr>
          <p:cNvPr id="13" name="Рисунок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rtlCol="0" anchor="ctr">
            <a:normAutofit/>
          </a:bodyPr>
          <a:lstStyle>
            <a:lvl1pPr marL="0" indent="0" algn="ctr">
              <a:buNone/>
              <a:defRPr sz="1400">
                <a:solidFill>
                  <a:schemeClr val="accent2"/>
                </a:solidFill>
                <a:latin typeface="Trade Gothic LT Pro" panose="020B0503040303020004" pitchFamily="34" charset="0"/>
              </a:defRPr>
            </a:lvl1pPr>
          </a:lstStyle>
          <a:p>
            <a:pPr rtl="0"/>
            <a:r>
              <a:rPr lang="ru-RU" noProof="0"/>
              <a:t>Вставка изображения</a:t>
            </a:r>
          </a:p>
        </p:txBody>
      </p:sp>
      <p:sp>
        <p:nvSpPr>
          <p:cNvPr id="36" name="Текст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rtlCol="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ru-RU" noProof="0" smtClean="0"/>
              <a:t>Образец текста</a:t>
            </a:r>
          </a:p>
        </p:txBody>
      </p:sp>
      <p:sp>
        <p:nvSpPr>
          <p:cNvPr id="37" name="Текст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rtlCol="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ru-RU" noProof="0" smtClean="0"/>
              <a:t>Образец текста</a:t>
            </a:r>
          </a:p>
        </p:txBody>
      </p:sp>
    </p:spTree>
    <p:extLst>
      <p:ext uri="{BB962C8B-B14F-4D97-AF65-F5344CB8AC3E}">
        <p14:creationId xmlns:p14="http://schemas.microsoft.com/office/powerpoint/2010/main" val="15447457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Фотография и текст">
    <p:bg>
      <p:bgPr>
        <a:solidFill>
          <a:schemeClr val="accent2"/>
        </a:solidFill>
        <a:effectLst/>
      </p:bgPr>
    </p:bg>
    <p:spTree>
      <p:nvGrpSpPr>
        <p:cNvPr id="1" name=""/>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0" name="Полилиния: Фигура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8" name="Полилиния: Фигура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2" name="Полилиния: фигура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8" name="Полилиния: Фигура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 name="Заголовок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ru-RU" noProof="0" smtClean="0"/>
              <a:t>Образец заголовка</a:t>
            </a:r>
            <a:endParaRPr lang="ru-RU" noProof="0"/>
          </a:p>
        </p:txBody>
      </p:sp>
      <p:grpSp>
        <p:nvGrpSpPr>
          <p:cNvPr id="15" name="Группа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Полилиния: Фигура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7" name="Полилиния: Фигура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grpSp>
        <p:nvGrpSpPr>
          <p:cNvPr id="6" name="Группа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Прямоугольник: Усеченный угол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3" name="Прямоугольник: Усеченный угол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26" name="Текст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rtlCol="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ru-RU" noProof="0" smtClean="0"/>
              <a:t>Образец текста</a:t>
            </a:r>
          </a:p>
        </p:txBody>
      </p:sp>
      <p:sp>
        <p:nvSpPr>
          <p:cNvPr id="35" name="Полилиния: Фигура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5" name="Номер слайда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sp>
        <p:nvSpPr>
          <p:cNvPr id="13" name="Рисунок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rtlCol="0" anchor="ctr">
            <a:normAutofit/>
          </a:bodyPr>
          <a:lstStyle>
            <a:lvl1pPr marL="0" indent="0" algn="ctr">
              <a:buNone/>
              <a:defRPr sz="1400">
                <a:solidFill>
                  <a:schemeClr val="accent2"/>
                </a:solidFill>
                <a:latin typeface="Trade Gothic LT Pro" panose="020B0503040303020004" pitchFamily="34" charset="0"/>
              </a:defRPr>
            </a:lvl1pPr>
          </a:lstStyle>
          <a:p>
            <a:pPr rtl="0"/>
            <a:r>
              <a:rPr lang="ru-RU" noProof="0"/>
              <a:t>Вставка изображения</a:t>
            </a:r>
          </a:p>
        </p:txBody>
      </p:sp>
    </p:spTree>
    <p:extLst>
      <p:ext uri="{BB962C8B-B14F-4D97-AF65-F5344CB8AC3E}">
        <p14:creationId xmlns:p14="http://schemas.microsoft.com/office/powerpoint/2010/main" val="24868267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Рисунок с подписью">
    <p:bg>
      <p:bgPr>
        <a:solidFill>
          <a:schemeClr val="accent2"/>
        </a:solidFill>
        <a:effectLst/>
      </p:bgPr>
    </p:bg>
    <p:spTree>
      <p:nvGrpSpPr>
        <p:cNvPr id="1" name=""/>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0" name="Полилиния: Фигура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8" name="Полилиния: Фигура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2" name="Полилиния: фигура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8" name="Полилиния: Фигура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 name="Заголовок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ru-RU" noProof="0" smtClean="0"/>
              <a:t>Образец заголовка</a:t>
            </a:r>
            <a:endParaRPr lang="ru-RU" noProof="0"/>
          </a:p>
        </p:txBody>
      </p:sp>
      <p:grpSp>
        <p:nvGrpSpPr>
          <p:cNvPr id="15" name="Группа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Полилиния: Фигура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7" name="Полилиния: Фигура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grpSp>
        <p:nvGrpSpPr>
          <p:cNvPr id="6" name="Группа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Прямоугольник: Усеченный угол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3" name="Прямоугольник: Усеченный угол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35" name="Полилиния: Фигура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5" name="Номер слайда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sp>
        <p:nvSpPr>
          <p:cNvPr id="20" name="Рисунок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rtlCol="0">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ru-RU" noProof="0" smtClean="0"/>
              <a:t>Вставка рисунка</a:t>
            </a:r>
            <a:endParaRPr lang="ru-RU" noProof="0"/>
          </a:p>
        </p:txBody>
      </p:sp>
      <p:sp>
        <p:nvSpPr>
          <p:cNvPr id="21" name="Текст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rtlCol="0"/>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u-RU" noProof="0" smtClean="0"/>
              <a:t>Образец текста</a:t>
            </a:r>
          </a:p>
        </p:txBody>
      </p:sp>
    </p:spTree>
    <p:extLst>
      <p:ext uri="{BB962C8B-B14F-4D97-AF65-F5344CB8AC3E}">
        <p14:creationId xmlns:p14="http://schemas.microsoft.com/office/powerpoint/2010/main" val="154065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Объект с подписью">
    <p:bg>
      <p:bgPr>
        <a:solidFill>
          <a:schemeClr val="accent2"/>
        </a:solidFill>
        <a:effectLst/>
      </p:bgPr>
    </p:bg>
    <p:spTree>
      <p:nvGrpSpPr>
        <p:cNvPr id="1" name=""/>
        <p:cNvGrpSpPr/>
        <p:nvPr/>
      </p:nvGrpSpPr>
      <p:grpSpPr>
        <a:xfrm>
          <a:off x="0" y="0"/>
          <a:ext cx="0" cy="0"/>
          <a:chOff x="0" y="0"/>
          <a:chExt cx="0" cy="0"/>
        </a:xfrm>
      </p:grpSpPr>
      <p:sp>
        <p:nvSpPr>
          <p:cNvPr id="11" name="Прямоугольник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0" name="Полилиния: Фигура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8" name="Полилиния: Фигура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12" name="Полилиния: фигура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8" name="Полилиния: Фигура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 name="Заголовок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rtl="0"/>
            <a:r>
              <a:rPr lang="ru-RU" noProof="0" smtClean="0"/>
              <a:t>Образец заголовка</a:t>
            </a:r>
            <a:endParaRPr lang="ru-RU" noProof="0"/>
          </a:p>
        </p:txBody>
      </p:sp>
      <p:grpSp>
        <p:nvGrpSpPr>
          <p:cNvPr id="15" name="Группа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Полилиния: Фигура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7" name="Полилиния: Фигура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grpSp>
        <p:nvGrpSpPr>
          <p:cNvPr id="6" name="Группа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Прямоугольник: Усеченный угол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3" name="Прямоугольник: Усеченный угол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35" name="Полилиния: Фигура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5" name="Номер слайда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sp>
        <p:nvSpPr>
          <p:cNvPr id="21" name="Текст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rtlCol="0"/>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ru-RU" noProof="0" smtClean="0"/>
              <a:t>Образец текста</a:t>
            </a:r>
          </a:p>
        </p:txBody>
      </p:sp>
      <p:sp>
        <p:nvSpPr>
          <p:cNvPr id="22" name="Объект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rtlCol="0">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rtl="0"/>
            <a:r>
              <a:rPr lang="ru-RU" noProof="0" smtClean="0"/>
              <a:t>Образец текста</a:t>
            </a:r>
          </a:p>
          <a:p>
            <a:pPr lvl="1" rtl="0"/>
            <a:r>
              <a:rPr lang="ru-RU" noProof="0" smtClean="0"/>
              <a:t>Второй уровень</a:t>
            </a:r>
          </a:p>
          <a:p>
            <a:pPr lvl="2" rtl="0"/>
            <a:r>
              <a:rPr lang="ru-RU" noProof="0" smtClean="0"/>
              <a:t>Третий уровень</a:t>
            </a:r>
          </a:p>
          <a:p>
            <a:pPr lvl="3" rtl="0"/>
            <a:r>
              <a:rPr lang="ru-RU" noProof="0" smtClean="0"/>
              <a:t>Четвертый уровень</a:t>
            </a:r>
          </a:p>
          <a:p>
            <a:pPr lvl="4" rtl="0"/>
            <a:r>
              <a:rPr lang="ru-RU" noProof="0" smtClean="0"/>
              <a:t>Пятый уровень</a:t>
            </a:r>
            <a:endParaRPr lang="ru-RU" noProof="0"/>
          </a:p>
        </p:txBody>
      </p:sp>
    </p:spTree>
    <p:extLst>
      <p:ext uri="{BB962C8B-B14F-4D97-AF65-F5344CB8AC3E}">
        <p14:creationId xmlns:p14="http://schemas.microsoft.com/office/powerpoint/2010/main" val="12129895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Пустой слайд">
    <p:spTree>
      <p:nvGrpSpPr>
        <p:cNvPr id="1" name=""/>
        <p:cNvGrpSpPr/>
        <p:nvPr/>
      </p:nvGrpSpPr>
      <p:grpSpPr>
        <a:xfrm>
          <a:off x="0" y="0"/>
          <a:ext cx="0" cy="0"/>
          <a:chOff x="0" y="0"/>
          <a:chExt cx="0" cy="0"/>
        </a:xfrm>
      </p:grpSpPr>
      <p:sp>
        <p:nvSpPr>
          <p:cNvPr id="18" name="Прямоугольник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9" name="Полилиния: фигура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20" name="Полилиния: Фигура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21" name="Полилиния: фигура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2" name="Полилиния: Фигура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nvGrpSpPr>
          <p:cNvPr id="24" name="Группа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Полилиния: Фигура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6" name="Полилиния: Фигура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30" name="Полилиния: Фигура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31" name="Номер слайда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Trade Gothic LT Pro" panose="020B0503040303020004" pitchFamily="34" charset="0"/>
              </a:defRPr>
            </a:lvl1pPr>
          </a:lstStyle>
          <a:p>
            <a:pPr rtl="0"/>
            <a:fld id="{C263D6C4-4840-40CC-AC84-17E24B3B7BDE}" type="slidenum">
              <a:rPr lang="ru-RU" noProof="0" smtClean="0"/>
              <a:pPr/>
              <a:t>‹#›</a:t>
            </a:fld>
            <a:endParaRPr lang="ru-RU" noProof="0"/>
          </a:p>
        </p:txBody>
      </p:sp>
    </p:spTree>
    <p:extLst>
      <p:ext uri="{BB962C8B-B14F-4D97-AF65-F5344CB8AC3E}">
        <p14:creationId xmlns:p14="http://schemas.microsoft.com/office/powerpoint/2010/main" val="26723047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Спасибо (1)">
    <p:spTree>
      <p:nvGrpSpPr>
        <p:cNvPr id="1" name=""/>
        <p:cNvGrpSpPr/>
        <p:nvPr/>
      </p:nvGrpSpPr>
      <p:grpSpPr>
        <a:xfrm>
          <a:off x="0" y="0"/>
          <a:ext cx="0" cy="0"/>
          <a:chOff x="0" y="0"/>
          <a:chExt cx="0" cy="0"/>
        </a:xfrm>
      </p:grpSpPr>
      <p:sp>
        <p:nvSpPr>
          <p:cNvPr id="21" name="Прямоугольник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5" name="Полилиния: Фигура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6" name="Полилиния: фигура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0" name="Полилиния: Фигура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nvGrpSpPr>
          <p:cNvPr id="6" name="Группа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Прямоугольный треугольник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8" name="Прямоугольный треугольник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9" name="Прямоугольный треугольник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2" name="Заголовок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rtl="0"/>
            <a:r>
              <a:rPr lang="ru-RU" noProof="0"/>
              <a:t>Спасибо!</a:t>
            </a:r>
          </a:p>
        </p:txBody>
      </p:sp>
    </p:spTree>
    <p:extLst>
      <p:ext uri="{BB962C8B-B14F-4D97-AF65-F5344CB8AC3E}">
        <p14:creationId xmlns:p14="http://schemas.microsoft.com/office/powerpoint/2010/main" val="22363861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Спасибо (2)">
    <p:spTree>
      <p:nvGrpSpPr>
        <p:cNvPr id="1" name=""/>
        <p:cNvGrpSpPr/>
        <p:nvPr/>
      </p:nvGrpSpPr>
      <p:grpSpPr>
        <a:xfrm>
          <a:off x="0" y="0"/>
          <a:ext cx="0" cy="0"/>
          <a:chOff x="0" y="0"/>
          <a:chExt cx="0" cy="0"/>
        </a:xfrm>
      </p:grpSpPr>
      <p:sp>
        <p:nvSpPr>
          <p:cNvPr id="21" name="Прямоугольник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5" name="Полилиния: Фигура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6" name="Полилиния: фигура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0" name="Полилиния: Фигура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2" name="Заголовок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rtl="0"/>
            <a:r>
              <a:rPr lang="ru-RU" noProof="0"/>
              <a:t>Спасибо!</a:t>
            </a:r>
          </a:p>
        </p:txBody>
      </p:sp>
      <p:sp>
        <p:nvSpPr>
          <p:cNvPr id="35" name="Полилиния: Фигура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32" name="Полилиния: Фигура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30" name="Полилиния: Фигура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pPr rtl="0"/>
            <a:r>
              <a:rPr lang="ru-RU" noProof="0"/>
              <a:t>Образец заголовка</a:t>
            </a:r>
          </a:p>
        </p:txBody>
      </p:sp>
      <p:sp>
        <p:nvSpPr>
          <p:cNvPr id="3" name="Текст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rtl="0"/>
            <a:r>
              <a:rPr lang="ru-RU" noProof="0"/>
              <a:t>Образец текста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6" name="Номер слайда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C263D6C4-4840-40CC-AC84-17E24B3B7BDE}" type="slidenum">
              <a:rPr lang="ru-RU" noProof="0" smtClean="0"/>
              <a:t>‹#›</a:t>
            </a:fld>
            <a:endParaRPr lang="ru-RU" noProof="0"/>
          </a:p>
        </p:txBody>
      </p:sp>
      <p:sp>
        <p:nvSpPr>
          <p:cNvPr id="5" name="Прямоугольник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7" name="Полилиния: Фигура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8" name="Полилиния: Фигура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ru-RU" noProof="0"/>
          </a:p>
        </p:txBody>
      </p:sp>
      <p:sp>
        <p:nvSpPr>
          <p:cNvPr id="9" name="Полилиния: фигура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0" name="Полилиния: Фигура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1" name="Заголовок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pPr rtl="0"/>
            <a:r>
              <a:rPr lang="ru-RU" noProof="0">
                <a:latin typeface="+mj-lt"/>
              </a:rPr>
              <a:t>Образец заголовка</a:t>
            </a:r>
          </a:p>
        </p:txBody>
      </p:sp>
      <p:grpSp>
        <p:nvGrpSpPr>
          <p:cNvPr id="12" name="Группа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Полилиния: Фигура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4" name="Полилиния: Фигура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grpSp>
        <p:nvGrpSpPr>
          <p:cNvPr id="15" name="Группа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Прямоугольник: Усеченный угол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ru-RU" noProof="0"/>
            </a:p>
          </p:txBody>
        </p:sp>
        <p:sp>
          <p:nvSpPr>
            <p:cNvPr id="17" name="Прямоугольник: Усеченный угол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grpSp>
      <p:sp>
        <p:nvSpPr>
          <p:cNvPr id="18" name="Полилиния: Фигура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u-RU" noProof="0"/>
          </a:p>
        </p:txBody>
      </p:sp>
      <p:sp>
        <p:nvSpPr>
          <p:cNvPr id="19" name="Номер слайда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rtlCol="0"/>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fld id="{C263D6C4-4840-40CC-AC84-17E24B3B7BDE}" type="slidenum">
              <a:rPr lang="ru-RU" noProof="0" smtClean="0"/>
              <a:pPr/>
              <a:t>‹#›</a:t>
            </a:fld>
            <a:endParaRPr lang="ru-RU" noProof="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4" r:id="rId7"/>
    <p:sldLayoutId id="2147483665" r:id="rId8"/>
    <p:sldLayoutId id="2147483673" r:id="rId9"/>
    <p:sldLayoutId id="2147483662" r:id="rId10"/>
    <p:sldLayoutId id="2147483663" r:id="rId11"/>
    <p:sldLayoutId id="2147483664" r:id="rId12"/>
    <p:sldLayoutId id="2147483675" r:id="rId13"/>
    <p:sldLayoutId id="2147483676" r:id="rId14"/>
    <p:sldLayoutId id="2147483672" r:id="rId15"/>
    <p:sldLayoutId id="2147483667" r:id="rId16"/>
    <p:sldLayoutId id="2147483668" r:id="rId1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10.svg"/><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image" Target="../media/image4.svg"/><Relationship Id="rId11" Type="http://schemas.openxmlformats.org/officeDocument/2006/relationships/image" Target="../media/image6.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hyperlink" Target="https://support.office.com/ru-ru/article/%D0%A0%D0%B5%D0%B4%D0%B0%D0%BA%D1%82%D0%B8%D1%80%D0%BE%D0%B2%D0%B0%D0%BD%D0%B8%D0%B5-%D0%BF%D1%80%D0%B5%D0%B7%D0%B5%D0%BD%D1%82%D0%B0%D1%86%D0%B8%D0%B8-ff353d37-742a-4aa8-8bdd-6b1f488127a2?omkt=ru-RU&amp;ui=ru-RU&amp;rs=ru-RU&amp;ad=RU" TargetMode="External"/><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2BE5BF-9922-45FB-8F3F-4446D40A051B}"/>
              </a:ext>
            </a:extLst>
          </p:cNvPr>
          <p:cNvSpPr>
            <a:spLocks noGrp="1"/>
          </p:cNvSpPr>
          <p:nvPr>
            <p:ph type="ctrTitle"/>
          </p:nvPr>
        </p:nvSpPr>
        <p:spPr>
          <a:xfrm>
            <a:off x="2761488" y="1621536"/>
            <a:ext cx="9369552" cy="2776292"/>
          </a:xfrm>
        </p:spPr>
        <p:txBody>
          <a:bodyPr rtlCol="0"/>
          <a:lstStyle/>
          <a:p>
            <a:r>
              <a:rPr lang="ru-RU" sz="4400" dirty="0"/>
              <a:t>Разработка модуля обработки групповых запросов </a:t>
            </a:r>
            <a:r>
              <a:rPr lang="en-US" sz="4400" dirty="0"/>
              <a:t>Modbus </a:t>
            </a:r>
            <a:r>
              <a:rPr lang="ru-RU" sz="4400" dirty="0"/>
              <a:t>в среде </a:t>
            </a:r>
            <a:r>
              <a:rPr lang="en-US" sz="4400" dirty="0"/>
              <a:t>Owen Logic</a:t>
            </a:r>
            <a:r>
              <a:rPr lang="ru-RU" sz="3600" dirty="0"/>
              <a:t/>
            </a:r>
            <a:br>
              <a:rPr lang="ru-RU" sz="3600" dirty="0"/>
            </a:br>
            <a:endParaRPr lang="ru-RU" sz="3600" dirty="0"/>
          </a:p>
        </p:txBody>
      </p:sp>
      <p:sp>
        <p:nvSpPr>
          <p:cNvPr id="3" name="Подзаголовок 2">
            <a:extLst>
              <a:ext uri="{FF2B5EF4-FFF2-40B4-BE49-F238E27FC236}">
                <a16:creationId xmlns:a16="http://schemas.microsoft.com/office/drawing/2014/main" id="{0D537F64-4C96-4AA8-BB21-E8053A3186DD}"/>
              </a:ext>
            </a:extLst>
          </p:cNvPr>
          <p:cNvSpPr>
            <a:spLocks noGrp="1"/>
          </p:cNvSpPr>
          <p:nvPr>
            <p:ph type="subTitle" idx="1"/>
          </p:nvPr>
        </p:nvSpPr>
        <p:spPr>
          <a:xfrm>
            <a:off x="2761488" y="4687824"/>
            <a:ext cx="9369552" cy="1105987"/>
          </a:xfrm>
        </p:spPr>
        <p:txBody>
          <a:bodyPr rtlCol="0">
            <a:noAutofit/>
          </a:bodyPr>
          <a:lstStyle/>
          <a:p>
            <a:r>
              <a:rPr lang="ru-RU" sz="1600" b="1" dirty="0"/>
              <a:t>Выполнил: студент группы Б22-В71: Ролдугин В.Д.</a:t>
            </a:r>
            <a:endParaRPr lang="ru-RU" sz="1600" dirty="0"/>
          </a:p>
          <a:p>
            <a:r>
              <a:rPr lang="ru-RU" sz="1600" b="1" dirty="0"/>
              <a:t>Руководитель работы: Новиков Г.Г., к.т.н., доцент НИЯУ МИФИ </a:t>
            </a:r>
            <a:endParaRPr lang="ru-RU" sz="1600" dirty="0"/>
          </a:p>
          <a:p>
            <a:r>
              <a:rPr lang="ru-RU" sz="1600" b="1" dirty="0"/>
              <a:t>Место выполнения: ООО «Овен Цифровые решения»</a:t>
            </a:r>
            <a:endParaRPr lang="ru-RU" sz="1600" dirty="0"/>
          </a:p>
        </p:txBody>
      </p:sp>
      <p:sp>
        <p:nvSpPr>
          <p:cNvPr id="4" name="Прямоугольник 3"/>
          <p:cNvSpPr/>
          <p:nvPr/>
        </p:nvSpPr>
        <p:spPr>
          <a:xfrm>
            <a:off x="3866605" y="235357"/>
            <a:ext cx="8046720" cy="830997"/>
          </a:xfrm>
          <a:prstGeom prst="rect">
            <a:avLst/>
          </a:prstGeom>
        </p:spPr>
        <p:txBody>
          <a:bodyPr wrap="square">
            <a:spAutoFit/>
          </a:bodyPr>
          <a:lstStyle/>
          <a:p>
            <a:pPr algn="ctr" defTabSz="457200">
              <a:defRPr>
                <a:uFill>
                  <a:solidFill>
                    <a:srgbClr val="000000"/>
                  </a:solidFill>
                </a:uFill>
              </a:defRPr>
            </a:pPr>
            <a:r>
              <a:rPr lang="ru-RU" sz="1600" cap="small" dirty="0">
                <a:solidFill>
                  <a:schemeClr val="bg1"/>
                </a:solidFill>
              </a:rPr>
              <a:t>НАЦИОНАЛЬНЫЙ ИССЛЕДОВАТЕЛЬСКИЙ ЯДЕРНЫЙ УНИВЕРСИТЕТ «МИФИ»</a:t>
            </a:r>
          </a:p>
          <a:p>
            <a:pPr algn="ctr" defTabSz="457200">
              <a:defRPr>
                <a:uFill>
                  <a:solidFill>
                    <a:srgbClr val="000000"/>
                  </a:solidFill>
                </a:uFill>
              </a:defRPr>
            </a:pPr>
            <a:r>
              <a:rPr lang="ru-RU" sz="1600" cap="small" dirty="0">
                <a:solidFill>
                  <a:schemeClr val="bg1"/>
                </a:solidFill>
              </a:rPr>
              <a:t>ИНСТИТУТ ИНТЕЛЛЕКТУАЛЬНЫХ КИБЕРНЕТИЧЕСКИХ СИСТЕМ</a:t>
            </a:r>
          </a:p>
          <a:p>
            <a:pPr algn="ctr" defTabSz="457200">
              <a:defRPr>
                <a:uFill>
                  <a:solidFill>
                    <a:srgbClr val="000000"/>
                  </a:solidFill>
                </a:uFill>
              </a:defRPr>
            </a:pPr>
            <a:r>
              <a:rPr lang="ru-RU" sz="1600" cap="small" dirty="0">
                <a:solidFill>
                  <a:schemeClr val="bg1"/>
                </a:solidFill>
              </a:rPr>
              <a:t>КАФЕДРА «КОМПЬЮТЕРНЫЕ СИСТЕМЫ И ТЕХНОЛОГИИ»</a:t>
            </a:r>
            <a:endParaRPr lang="ru-RU" sz="1600" cap="small" dirty="0">
              <a:solidFill>
                <a:schemeClr val="bg1"/>
              </a:solidFill>
            </a:endParaRPr>
          </a:p>
        </p:txBody>
      </p:sp>
      <p:sp>
        <p:nvSpPr>
          <p:cNvPr id="5" name="Прямоугольник 4"/>
          <p:cNvSpPr/>
          <p:nvPr/>
        </p:nvSpPr>
        <p:spPr>
          <a:xfrm>
            <a:off x="5144073" y="6088161"/>
            <a:ext cx="1903855" cy="400110"/>
          </a:xfrm>
          <a:prstGeom prst="rect">
            <a:avLst/>
          </a:prstGeom>
        </p:spPr>
        <p:txBody>
          <a:bodyPr wrap="none">
            <a:spAutoFit/>
          </a:bodyPr>
          <a:lstStyle/>
          <a:p>
            <a:pPr algn="ctr"/>
            <a:r>
              <a:rPr lang="ru-RU" sz="2000" dirty="0">
                <a:solidFill>
                  <a:schemeClr val="bg1"/>
                </a:solidFill>
              </a:rPr>
              <a:t>Москва, </a:t>
            </a:r>
            <a:r>
              <a:rPr lang="ru-RU" sz="2000" dirty="0" smtClean="0">
                <a:solidFill>
                  <a:schemeClr val="bg1"/>
                </a:solidFill>
              </a:rPr>
              <a:t>2025г</a:t>
            </a:r>
            <a:r>
              <a:rPr lang="ru-RU" sz="2000" dirty="0">
                <a:solidFill>
                  <a:schemeClr val="bg1"/>
                </a:solidFill>
              </a:rPr>
              <a:t>.</a:t>
            </a:r>
            <a:endParaRPr lang="ru-RU" sz="2000" dirty="0">
              <a:solidFill>
                <a:schemeClr val="bg1"/>
              </a:solidFill>
            </a:endParaRPr>
          </a:p>
        </p:txBody>
      </p:sp>
    </p:spTree>
    <p:extLst>
      <p:ext uri="{BB962C8B-B14F-4D97-AF65-F5344CB8AC3E}">
        <p14:creationId xmlns:p14="http://schemas.microsoft.com/office/powerpoint/2010/main" val="3946934594"/>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id="{7875C19A-1AAE-476A-A316-A2CF92D763D3}"/>
              </a:ext>
            </a:extLst>
          </p:cNvPr>
          <p:cNvSpPr>
            <a:spLocks noGrp="1"/>
          </p:cNvSpPr>
          <p:nvPr>
            <p:ph type="title"/>
          </p:nvPr>
        </p:nvSpPr>
        <p:spPr>
          <a:xfrm>
            <a:off x="340868" y="530733"/>
            <a:ext cx="11214100" cy="535531"/>
          </a:xfrm>
        </p:spPr>
        <p:txBody>
          <a:bodyPr rtlCol="0"/>
          <a:lstStyle/>
          <a:p>
            <a:r>
              <a:rPr lang="ru-RU" dirty="0"/>
              <a:t>Цели и задачи </a:t>
            </a:r>
            <a:r>
              <a:rPr lang="ru-RU" dirty="0" smtClean="0"/>
              <a:t>работы</a:t>
            </a:r>
            <a:endParaRPr lang="ru-RU" dirty="0"/>
          </a:p>
        </p:txBody>
      </p:sp>
      <p:sp>
        <p:nvSpPr>
          <p:cNvPr id="10" name="Текст 9">
            <a:extLst>
              <a:ext uri="{FF2B5EF4-FFF2-40B4-BE49-F238E27FC236}">
                <a16:creationId xmlns:a16="http://schemas.microsoft.com/office/drawing/2014/main" id="{EF2BC084-E6DB-4DE7-B309-042A85EBA700}"/>
              </a:ext>
            </a:extLst>
          </p:cNvPr>
          <p:cNvSpPr>
            <a:spLocks noGrp="1"/>
          </p:cNvSpPr>
          <p:nvPr>
            <p:ph type="body" sz="quarter" idx="13"/>
          </p:nvPr>
        </p:nvSpPr>
        <p:spPr>
          <a:xfrm>
            <a:off x="340868" y="1613193"/>
            <a:ext cx="6974332" cy="1233639"/>
          </a:xfrm>
        </p:spPr>
        <p:txBody>
          <a:bodyPr rtlCol="0"/>
          <a:lstStyle/>
          <a:p>
            <a:pPr marL="0" indent="0">
              <a:buNone/>
            </a:pPr>
            <a:r>
              <a:rPr lang="ru-RU" dirty="0"/>
              <a:t>Цель работы — разработка модуля группового опроса </a:t>
            </a:r>
            <a:r>
              <a:rPr lang="ru-RU" dirty="0" err="1"/>
              <a:t>Modbus</a:t>
            </a:r>
            <a:r>
              <a:rPr lang="ru-RU" dirty="0"/>
              <a:t>-устройств для платформы КС1, обеспечивающего повышение производительности за счет оптимизации сетевых запросов</a:t>
            </a:r>
            <a:r>
              <a:rPr lang="ru-RU" dirty="0" smtClean="0"/>
              <a:t>.</a:t>
            </a:r>
          </a:p>
          <a:p>
            <a:pPr marL="0" indent="0">
              <a:buNone/>
            </a:pPr>
            <a:r>
              <a:rPr lang="ru-RU" dirty="0" smtClean="0"/>
              <a:t>____________________________________________________</a:t>
            </a:r>
            <a:r>
              <a:rPr lang="ru-RU" dirty="0"/>
              <a:t>__</a:t>
            </a:r>
            <a:endParaRPr lang="ru-RU" dirty="0" smtClean="0"/>
          </a:p>
          <a:p>
            <a:pPr marL="0" indent="0">
              <a:buNone/>
            </a:pPr>
            <a:endParaRPr lang="ru-RU" dirty="0"/>
          </a:p>
        </p:txBody>
      </p:sp>
      <p:sp>
        <p:nvSpPr>
          <p:cNvPr id="2" name="Номер слайда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rtlCol="0"/>
          <a:lstStyle/>
          <a:p>
            <a:pPr rtl="0"/>
            <a:fld id="{C263D6C4-4840-40CC-AC84-17E24B3B7BDE}" type="slidenum">
              <a:rPr lang="ru-RU" smtClean="0"/>
              <a:pPr rtl="0"/>
              <a:t>2</a:t>
            </a:fld>
            <a:endParaRPr lang="ru-RU"/>
          </a:p>
        </p:txBody>
      </p:sp>
      <p:sp>
        <p:nvSpPr>
          <p:cNvPr id="5" name="Прямоугольник 4"/>
          <p:cNvSpPr/>
          <p:nvPr/>
        </p:nvSpPr>
        <p:spPr>
          <a:xfrm>
            <a:off x="340868" y="3098030"/>
            <a:ext cx="931986" cy="338554"/>
          </a:xfrm>
          <a:prstGeom prst="rect">
            <a:avLst/>
          </a:prstGeom>
        </p:spPr>
        <p:txBody>
          <a:bodyPr wrap="none">
            <a:spAutoFit/>
          </a:bodyPr>
          <a:lstStyle/>
          <a:p>
            <a:r>
              <a:rPr lang="ru-RU" sz="1600" dirty="0" smtClean="0">
                <a:solidFill>
                  <a:schemeClr val="bg1"/>
                </a:solidFill>
              </a:rPr>
              <a:t>Задачи:</a:t>
            </a:r>
            <a:endParaRPr lang="ru-RU" sz="1600" dirty="0">
              <a:solidFill>
                <a:schemeClr val="bg1"/>
              </a:solidFill>
            </a:endParaRPr>
          </a:p>
        </p:txBody>
      </p:sp>
      <p:sp>
        <p:nvSpPr>
          <p:cNvPr id="6" name="Прямоугольник 5"/>
          <p:cNvSpPr/>
          <p:nvPr/>
        </p:nvSpPr>
        <p:spPr>
          <a:xfrm>
            <a:off x="1535906" y="3098030"/>
            <a:ext cx="6304344" cy="2554545"/>
          </a:xfrm>
          <a:prstGeom prst="rect">
            <a:avLst/>
          </a:prstGeom>
        </p:spPr>
        <p:txBody>
          <a:bodyPr wrap="square">
            <a:spAutoFit/>
          </a:bodyPr>
          <a:lstStyle/>
          <a:p>
            <a:pPr marL="285750" lvl="0" indent="-285750">
              <a:buFont typeface="Arial" panose="020B0604020202020204" pitchFamily="34" charset="0"/>
              <a:buChar char="•"/>
            </a:pPr>
            <a:r>
              <a:rPr lang="ru-RU" sz="1600" dirty="0">
                <a:solidFill>
                  <a:schemeClr val="bg1"/>
                </a:solidFill>
              </a:rPr>
              <a:t>Изучение и анализ особенностей протоколов </a:t>
            </a:r>
            <a:r>
              <a:rPr lang="ru-RU" sz="1600" dirty="0" err="1">
                <a:solidFill>
                  <a:schemeClr val="bg1"/>
                </a:solidFill>
              </a:rPr>
              <a:t>Modbus</a:t>
            </a:r>
            <a:r>
              <a:rPr lang="ru-RU" sz="1600" dirty="0">
                <a:solidFill>
                  <a:schemeClr val="bg1"/>
                </a:solidFill>
              </a:rPr>
              <a:t> RTU/ASCII и их ограничений для групповой обработки </a:t>
            </a:r>
            <a:r>
              <a:rPr lang="ru-RU" sz="1600" dirty="0" smtClean="0">
                <a:solidFill>
                  <a:schemeClr val="bg1"/>
                </a:solidFill>
              </a:rPr>
              <a:t>запросов</a:t>
            </a:r>
          </a:p>
          <a:p>
            <a:pPr lvl="0"/>
            <a:endParaRPr lang="ru-RU" sz="1600" dirty="0">
              <a:solidFill>
                <a:schemeClr val="bg1"/>
              </a:solidFill>
            </a:endParaRPr>
          </a:p>
          <a:p>
            <a:pPr marL="285750" lvl="0" indent="-285750">
              <a:buFont typeface="Arial" panose="020B0604020202020204" pitchFamily="34" charset="0"/>
              <a:buChar char="•"/>
            </a:pPr>
            <a:r>
              <a:rPr lang="ru-RU" sz="1600" dirty="0">
                <a:solidFill>
                  <a:schemeClr val="bg1"/>
                </a:solidFill>
              </a:rPr>
              <a:t>Разработка и реализация алгоритмов группировки переменных с учетом требований среды </a:t>
            </a:r>
            <a:r>
              <a:rPr lang="ru-RU" sz="1600" dirty="0" err="1">
                <a:solidFill>
                  <a:schemeClr val="bg1"/>
                </a:solidFill>
              </a:rPr>
              <a:t>Owen</a:t>
            </a:r>
            <a:r>
              <a:rPr lang="ru-RU" sz="1600" dirty="0">
                <a:solidFill>
                  <a:schemeClr val="bg1"/>
                </a:solidFill>
              </a:rPr>
              <a:t> </a:t>
            </a:r>
            <a:r>
              <a:rPr lang="ru-RU" sz="1600" dirty="0" err="1" smtClean="0">
                <a:solidFill>
                  <a:schemeClr val="bg1"/>
                </a:solidFill>
              </a:rPr>
              <a:t>Logic</a:t>
            </a:r>
            <a:endParaRPr lang="ru-RU" sz="1600" dirty="0" smtClean="0">
              <a:solidFill>
                <a:schemeClr val="bg1"/>
              </a:solidFill>
            </a:endParaRPr>
          </a:p>
          <a:p>
            <a:pPr lvl="0"/>
            <a:endParaRPr lang="ru-RU" sz="1600" dirty="0">
              <a:solidFill>
                <a:schemeClr val="bg1"/>
              </a:solidFill>
            </a:endParaRPr>
          </a:p>
          <a:p>
            <a:pPr marL="285750" lvl="0" indent="-285750">
              <a:buFont typeface="Arial" panose="020B0604020202020204" pitchFamily="34" charset="0"/>
              <a:buChar char="•"/>
            </a:pPr>
            <a:r>
              <a:rPr lang="ru-RU" sz="1600" dirty="0">
                <a:solidFill>
                  <a:schemeClr val="bg1"/>
                </a:solidFill>
              </a:rPr>
              <a:t>Тестирование работы модуля на оборудовании серии ПР200 с проверкой корректности формирования групповых запросов</a:t>
            </a:r>
          </a:p>
        </p:txBody>
      </p:sp>
      <p:pic>
        <p:nvPicPr>
          <p:cNvPr id="8" name="Рисунок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3302" y="2723266"/>
            <a:ext cx="3956934" cy="3956934"/>
          </a:xfrm>
          <a:prstGeom prst="rect">
            <a:avLst/>
          </a:prstGeom>
        </p:spPr>
      </p:pic>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315E3981-F0D7-482C-A8E0-6A57700BECA7}"/>
              </a:ext>
            </a:extLst>
          </p:cNvPr>
          <p:cNvSpPr>
            <a:spLocks noGrp="1"/>
          </p:cNvSpPr>
          <p:nvPr>
            <p:ph type="title"/>
          </p:nvPr>
        </p:nvSpPr>
        <p:spPr/>
        <p:txBody>
          <a:bodyPr rtlCol="0"/>
          <a:lstStyle/>
          <a:p>
            <a:pPr rtl="0"/>
            <a:r>
              <a:rPr lang="ru-RU"/>
              <a:t>Заголовок</a:t>
            </a:r>
          </a:p>
        </p:txBody>
      </p:sp>
      <p:pic>
        <p:nvPicPr>
          <p:cNvPr id="25" name="Рисунок 24" descr="Линейчатая диаграмма">
            <a:extLst>
              <a:ext uri="{FF2B5EF4-FFF2-40B4-BE49-F238E27FC236}">
                <a16:creationId xmlns:a16="http://schemas.microsoft.com/office/drawing/2014/main" id="{C03AAFA7-022A-47F8-9DA1-7DC3897D1E52}"/>
              </a:ext>
            </a:extLst>
          </p:cNvPr>
          <p:cNvPicPr>
            <a:picLocks noGrp="1" noChangeAspect="1"/>
          </p:cNvPicPr>
          <p:nvPr>
            <p:ph type="pic" sz="quarter" idx="13"/>
          </p:nvPr>
        </p:nvPicPr>
        <p:blipFill>
          <a:blip r:embed="rId3">
            <a:extLst>
              <a:ext uri="{28A0092B-C50C-407E-A947-70E740481C1C}">
                <a14:useLocalDpi xmlns:a14="http://schemas.microsoft.com/office/drawing/2010/main"/>
              </a:ext>
              <a:ext uri="{96DAC541-7B7A-43D3-8B79-37D633B846F1}">
                <asvg:svgBlip xmlns="" xmlns:asvg="http://schemas.microsoft.com/office/drawing/2016/SVG/main" r:embed="rId4"/>
              </a:ext>
            </a:extLst>
          </a:blip>
          <a:srcRect t="63" b="63"/>
          <a:stretch>
            <a:fillRect/>
          </a:stretch>
        </p:blipFill>
        <p:spPr>
          <a:xfrm>
            <a:off x="978212" y="2096716"/>
            <a:ext cx="1259505" cy="1259505"/>
          </a:xfrm>
        </p:spPr>
      </p:pic>
      <p:sp>
        <p:nvSpPr>
          <p:cNvPr id="19" name="Текст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rtlCol="0"/>
          <a:lstStyle/>
          <a:p>
            <a:pPr rtl="0"/>
            <a:r>
              <a:rPr lang="ru-RU"/>
              <a:t>Заголовок 01 отображается здесь</a:t>
            </a:r>
          </a:p>
        </p:txBody>
      </p:sp>
      <p:pic>
        <p:nvPicPr>
          <p:cNvPr id="27" name="Рисунок 26" descr="Часы">
            <a:extLst>
              <a:ext uri="{FF2B5EF4-FFF2-40B4-BE49-F238E27FC236}">
                <a16:creationId xmlns:a16="http://schemas.microsoft.com/office/drawing/2014/main" id="{6F737161-FE67-434D-A781-59EDB9EDCB23}"/>
              </a:ext>
            </a:extLst>
          </p:cNvPr>
          <p:cNvPicPr>
            <a:picLocks noGrp="1" noChangeAspect="1"/>
          </p:cNvPicPr>
          <p:nvPr>
            <p:ph type="pic" sz="quarter" idx="14"/>
          </p:nvPr>
        </p:nvPicPr>
        <p:blipFill>
          <a:blip r:embed="rId5">
            <a:extLst>
              <a:ext uri="{28A0092B-C50C-407E-A947-70E740481C1C}">
                <a14:useLocalDpi xmlns:a14="http://schemas.microsoft.com/office/drawing/2010/main"/>
              </a:ext>
              <a:ext uri="{96DAC541-7B7A-43D3-8B79-37D633B846F1}">
                <asvg:svgBlip xmlns="" xmlns:asvg="http://schemas.microsoft.com/office/drawing/2016/SVG/main" r:embed="rId6"/>
              </a:ext>
            </a:extLst>
          </a:blip>
          <a:srcRect/>
          <a:stretch>
            <a:fillRect/>
          </a:stretch>
        </p:blipFill>
        <p:spPr/>
      </p:pic>
      <p:sp>
        <p:nvSpPr>
          <p:cNvPr id="20" name="Текст 19">
            <a:extLst>
              <a:ext uri="{FF2B5EF4-FFF2-40B4-BE49-F238E27FC236}">
                <a16:creationId xmlns:a16="http://schemas.microsoft.com/office/drawing/2014/main" id="{CB924A29-3538-4A3F-82A6-D2A7538C2111}"/>
              </a:ext>
            </a:extLst>
          </p:cNvPr>
          <p:cNvSpPr>
            <a:spLocks noGrp="1"/>
          </p:cNvSpPr>
          <p:nvPr>
            <p:ph type="body" sz="quarter" idx="19"/>
          </p:nvPr>
        </p:nvSpPr>
        <p:spPr/>
        <p:txBody>
          <a:bodyPr rtlCol="0"/>
          <a:lstStyle/>
          <a:p>
            <a:pPr rtl="0"/>
            <a:r>
              <a:rPr lang="ru-RU"/>
              <a:t>Заголовок 02 отображается здесь</a:t>
            </a:r>
          </a:p>
        </p:txBody>
      </p:sp>
      <p:pic>
        <p:nvPicPr>
          <p:cNvPr id="29" name="Рисунок 28" descr="Микроскоп">
            <a:extLst>
              <a:ext uri="{FF2B5EF4-FFF2-40B4-BE49-F238E27FC236}">
                <a16:creationId xmlns:a16="http://schemas.microsoft.com/office/drawing/2014/main" id="{9E5BF01B-21D6-4D43-9CAE-0298685C1A7B}"/>
              </a:ext>
            </a:extLst>
          </p:cNvPr>
          <p:cNvPicPr>
            <a:picLocks noGrp="1" noChangeAspect="1"/>
          </p:cNvPicPr>
          <p:nvPr>
            <p:ph type="pic" sz="quarter" idx="15"/>
          </p:nvPr>
        </p:nvPicPr>
        <p:blipFill>
          <a:blip r:embed="rId7">
            <a:extLst>
              <a:ext uri="{28A0092B-C50C-407E-A947-70E740481C1C}">
                <a14:useLocalDpi xmlns:a14="http://schemas.microsoft.com/office/drawing/2010/main"/>
              </a:ext>
              <a:ext uri="{96DAC541-7B7A-43D3-8B79-37D633B846F1}">
                <asvg:svgBlip xmlns="" xmlns:asvg="http://schemas.microsoft.com/office/drawing/2016/SVG/main" r:embed="rId8"/>
              </a:ext>
            </a:extLst>
          </a:blip>
          <a:srcRect t="63" b="63"/>
          <a:stretch>
            <a:fillRect/>
          </a:stretch>
        </p:blipFill>
        <p:spPr/>
      </p:pic>
      <p:sp>
        <p:nvSpPr>
          <p:cNvPr id="21" name="Текст 20">
            <a:extLst>
              <a:ext uri="{FF2B5EF4-FFF2-40B4-BE49-F238E27FC236}">
                <a16:creationId xmlns:a16="http://schemas.microsoft.com/office/drawing/2014/main" id="{1B8F0371-4F69-4131-91BF-9AB99E6EE89B}"/>
              </a:ext>
            </a:extLst>
          </p:cNvPr>
          <p:cNvSpPr>
            <a:spLocks noGrp="1"/>
          </p:cNvSpPr>
          <p:nvPr>
            <p:ph type="body" sz="quarter" idx="20"/>
          </p:nvPr>
        </p:nvSpPr>
        <p:spPr/>
        <p:txBody>
          <a:bodyPr rtlCol="0"/>
          <a:lstStyle/>
          <a:p>
            <a:pPr rtl="0"/>
            <a:r>
              <a:rPr lang="ru-RU" dirty="0"/>
              <a:t>Заголовок 03 отображается здесь</a:t>
            </a:r>
          </a:p>
        </p:txBody>
      </p:sp>
      <p:pic>
        <p:nvPicPr>
          <p:cNvPr id="31" name="Рисунок 30" descr="Увеличительное стекло">
            <a:extLst>
              <a:ext uri="{FF2B5EF4-FFF2-40B4-BE49-F238E27FC236}">
                <a16:creationId xmlns:a16="http://schemas.microsoft.com/office/drawing/2014/main" id="{089E8AB6-C16E-4752-810F-8F98DB929DB5}"/>
              </a:ext>
            </a:extLst>
          </p:cNvPr>
          <p:cNvPicPr>
            <a:picLocks noGrp="1" noChangeAspect="1"/>
          </p:cNvPicPr>
          <p:nvPr>
            <p:ph type="pic" sz="quarter" idx="16"/>
          </p:nvPr>
        </p:nvPicPr>
        <p:blipFill>
          <a:blip r:embed="rId9">
            <a:extLst>
              <a:ext uri="{28A0092B-C50C-407E-A947-70E740481C1C}">
                <a14:useLocalDpi xmlns:a14="http://schemas.microsoft.com/office/drawing/2010/main"/>
              </a:ext>
              <a:ext uri="{96DAC541-7B7A-43D3-8B79-37D633B846F1}">
                <asvg:svgBlip xmlns="" xmlns:asvg="http://schemas.microsoft.com/office/drawing/2016/SVG/main" r:embed="rId10"/>
              </a:ext>
            </a:extLst>
          </a:blip>
          <a:srcRect/>
          <a:stretch>
            <a:fillRect/>
          </a:stretch>
        </p:blipFill>
        <p:spPr/>
      </p:pic>
      <p:sp>
        <p:nvSpPr>
          <p:cNvPr id="22" name="Текст 21">
            <a:extLst>
              <a:ext uri="{FF2B5EF4-FFF2-40B4-BE49-F238E27FC236}">
                <a16:creationId xmlns:a16="http://schemas.microsoft.com/office/drawing/2014/main" id="{78CACAF1-61EA-4605-A8FE-2EEE752B49FF}"/>
              </a:ext>
            </a:extLst>
          </p:cNvPr>
          <p:cNvSpPr>
            <a:spLocks noGrp="1"/>
          </p:cNvSpPr>
          <p:nvPr>
            <p:ph type="body" sz="quarter" idx="21"/>
          </p:nvPr>
        </p:nvSpPr>
        <p:spPr/>
        <p:txBody>
          <a:bodyPr rtlCol="0"/>
          <a:lstStyle/>
          <a:p>
            <a:pPr rtl="0"/>
            <a:r>
              <a:rPr lang="ru-RU"/>
              <a:t>Заголовок 04 отображается здесь</a:t>
            </a:r>
          </a:p>
        </p:txBody>
      </p:sp>
      <p:pic>
        <p:nvPicPr>
          <p:cNvPr id="33" name="Рисунок 32" descr="Голова с шестеренками">
            <a:extLst>
              <a:ext uri="{FF2B5EF4-FFF2-40B4-BE49-F238E27FC236}">
                <a16:creationId xmlns:a16="http://schemas.microsoft.com/office/drawing/2014/main" id="{CC9DBBE5-5AD0-41E8-A719-84509E5D9F9E}"/>
              </a:ext>
            </a:extLst>
          </p:cNvPr>
          <p:cNvPicPr>
            <a:picLocks noGrp="1" noChangeAspect="1"/>
          </p:cNvPicPr>
          <p:nvPr>
            <p:ph type="pic" sz="quarter" idx="17"/>
          </p:nvPr>
        </p:nvPicPr>
        <p:blipFill>
          <a:blip r:embed="rId11">
            <a:extLst>
              <a:ext uri="{28A0092B-C50C-407E-A947-70E740481C1C}">
                <a14:useLocalDpi xmlns:a14="http://schemas.microsoft.com/office/drawing/2010/main"/>
              </a:ext>
              <a:ext uri="{96DAC541-7B7A-43D3-8B79-37D633B846F1}">
                <asvg:svgBlip xmlns="" xmlns:asvg="http://schemas.microsoft.com/office/drawing/2016/SVG/main" r:embed="rId12"/>
              </a:ext>
            </a:extLst>
          </a:blip>
          <a:srcRect t="63" b="63"/>
          <a:stretch>
            <a:fillRect/>
          </a:stretch>
        </p:blipFill>
        <p:spPr/>
      </p:pic>
      <p:sp>
        <p:nvSpPr>
          <p:cNvPr id="23" name="Текст 22">
            <a:extLst>
              <a:ext uri="{FF2B5EF4-FFF2-40B4-BE49-F238E27FC236}">
                <a16:creationId xmlns:a16="http://schemas.microsoft.com/office/drawing/2014/main" id="{8D05A34F-7712-46DB-AB5B-272E294B62EE}"/>
              </a:ext>
            </a:extLst>
          </p:cNvPr>
          <p:cNvSpPr>
            <a:spLocks noGrp="1"/>
          </p:cNvSpPr>
          <p:nvPr>
            <p:ph type="body" sz="quarter" idx="22"/>
          </p:nvPr>
        </p:nvSpPr>
        <p:spPr/>
        <p:txBody>
          <a:bodyPr rtlCol="0"/>
          <a:lstStyle/>
          <a:p>
            <a:pPr rtl="0"/>
            <a:r>
              <a:rPr lang="ru-RU"/>
              <a:t>Заголовок 05 отображается здесь</a:t>
            </a:r>
          </a:p>
        </p:txBody>
      </p:sp>
      <p:sp>
        <p:nvSpPr>
          <p:cNvPr id="2" name="Номер слайда 1">
            <a:extLst>
              <a:ext uri="{FF2B5EF4-FFF2-40B4-BE49-F238E27FC236}">
                <a16:creationId xmlns:a16="http://schemas.microsoft.com/office/drawing/2014/main" id="{CC1F11E7-EDE5-4119-BA64-4FC57C285D19}"/>
              </a:ext>
            </a:extLst>
          </p:cNvPr>
          <p:cNvSpPr>
            <a:spLocks noGrp="1"/>
          </p:cNvSpPr>
          <p:nvPr>
            <p:ph type="sldNum" sz="quarter" idx="12"/>
          </p:nvPr>
        </p:nvSpPr>
        <p:spPr/>
        <p:txBody>
          <a:bodyPr rtlCol="0"/>
          <a:lstStyle/>
          <a:p>
            <a:pPr rtl="0"/>
            <a:fld id="{C263D6C4-4840-40CC-AC84-17E24B3B7BDE}" type="slidenum">
              <a:rPr lang="ru-RU" smtClean="0"/>
              <a:pPr rtl="0"/>
              <a:t>3</a:t>
            </a:fld>
            <a:endParaRPr lang="ru-RU"/>
          </a:p>
        </p:txBody>
      </p:sp>
    </p:spTree>
    <p:extLst>
      <p:ext uri="{BB962C8B-B14F-4D97-AF65-F5344CB8AC3E}">
        <p14:creationId xmlns:p14="http://schemas.microsoft.com/office/powerpoint/2010/main" val="3892131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315E3981-F0D7-482C-A8E0-6A57700BECA7}"/>
              </a:ext>
            </a:extLst>
          </p:cNvPr>
          <p:cNvSpPr>
            <a:spLocks noGrp="1"/>
          </p:cNvSpPr>
          <p:nvPr>
            <p:ph type="title"/>
          </p:nvPr>
        </p:nvSpPr>
        <p:spPr/>
        <p:txBody>
          <a:bodyPr rtlCol="0"/>
          <a:lstStyle/>
          <a:p>
            <a:pPr rtl="0"/>
            <a:r>
              <a:rPr lang="ru-RU"/>
              <a:t>Заголовок</a:t>
            </a:r>
          </a:p>
        </p:txBody>
      </p:sp>
      <p:pic>
        <p:nvPicPr>
          <p:cNvPr id="20" name="Рисунок 19" descr="Треугольный конструктивный шаблон с аналитикой">
            <a:extLst>
              <a:ext uri="{FF2B5EF4-FFF2-40B4-BE49-F238E27FC236}">
                <a16:creationId xmlns:a16="http://schemas.microsoft.com/office/drawing/2014/main" id="{3DCA2B8E-64D3-7645-8DEB-688ED5756F52}"/>
              </a:ext>
            </a:extLst>
          </p:cNvPr>
          <p:cNvPicPr>
            <a:picLocks noGrp="1" noChangeAspect="1"/>
          </p:cNvPicPr>
          <p:nvPr>
            <p:ph type="pic" sz="quarter" idx="19"/>
          </p:nvPr>
        </p:nvPicPr>
        <p:blipFill>
          <a:blip r:embed="rId3">
            <a:extLst>
              <a:ext uri="{28A0092B-C50C-407E-A947-70E740481C1C}">
                <a14:useLocalDpi xmlns:a14="http://schemas.microsoft.com/office/drawing/2010/main" val="0"/>
              </a:ext>
            </a:extLst>
          </a:blip>
          <a:srcRect/>
          <a:stretch>
            <a:fillRect/>
          </a:stretch>
        </p:blipFill>
        <p:spPr/>
      </p:pic>
      <p:sp>
        <p:nvSpPr>
          <p:cNvPr id="19" name="Текст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rtlCol="0"/>
          <a:lstStyle/>
          <a:p>
            <a:pPr rtl="0"/>
            <a:r>
              <a:rPr lang="ru-RU"/>
              <a:t>Заголовок 01 отображается здесь</a:t>
            </a:r>
          </a:p>
        </p:txBody>
      </p:sp>
      <p:sp>
        <p:nvSpPr>
          <p:cNvPr id="21" name="Текст 20">
            <a:extLst>
              <a:ext uri="{FF2B5EF4-FFF2-40B4-BE49-F238E27FC236}">
                <a16:creationId xmlns:a16="http://schemas.microsoft.com/office/drawing/2014/main" id="{1B8F0371-4F69-4131-91BF-9AB99E6EE89B}"/>
              </a:ext>
            </a:extLst>
          </p:cNvPr>
          <p:cNvSpPr>
            <a:spLocks noGrp="1"/>
          </p:cNvSpPr>
          <p:nvPr>
            <p:ph type="body" sz="quarter" idx="20"/>
          </p:nvPr>
        </p:nvSpPr>
        <p:spPr/>
        <p:txBody>
          <a:bodyPr rtlCol="0"/>
          <a:lstStyle/>
          <a:p>
            <a:pPr rtl="0"/>
            <a:r>
              <a:rPr lang="ru-RU"/>
              <a:t>Заголовок 02 отображается здесь</a:t>
            </a:r>
          </a:p>
        </p:txBody>
      </p:sp>
      <p:sp>
        <p:nvSpPr>
          <p:cNvPr id="22" name="Текст 21">
            <a:extLst>
              <a:ext uri="{FF2B5EF4-FFF2-40B4-BE49-F238E27FC236}">
                <a16:creationId xmlns:a16="http://schemas.microsoft.com/office/drawing/2014/main" id="{78CACAF1-61EA-4605-A8FE-2EEE752B49FF}"/>
              </a:ext>
            </a:extLst>
          </p:cNvPr>
          <p:cNvSpPr>
            <a:spLocks noGrp="1"/>
          </p:cNvSpPr>
          <p:nvPr>
            <p:ph type="body" sz="quarter" idx="21"/>
          </p:nvPr>
        </p:nvSpPr>
        <p:spPr/>
        <p:txBody>
          <a:bodyPr rtlCol="0"/>
          <a:lstStyle/>
          <a:p>
            <a:pPr rtl="0"/>
            <a:r>
              <a:rPr lang="ru-RU"/>
              <a:t>Заголовок 03 отображается здесь</a:t>
            </a:r>
          </a:p>
        </p:txBody>
      </p:sp>
      <p:sp>
        <p:nvSpPr>
          <p:cNvPr id="2" name="Номер слайда 1">
            <a:extLst>
              <a:ext uri="{FF2B5EF4-FFF2-40B4-BE49-F238E27FC236}">
                <a16:creationId xmlns:a16="http://schemas.microsoft.com/office/drawing/2014/main" id="{2F478C69-0A1D-45FF-8600-ED903803FFE1}"/>
              </a:ext>
            </a:extLst>
          </p:cNvPr>
          <p:cNvSpPr>
            <a:spLocks noGrp="1"/>
          </p:cNvSpPr>
          <p:nvPr>
            <p:ph type="sldNum" sz="quarter" idx="12"/>
          </p:nvPr>
        </p:nvSpPr>
        <p:spPr/>
        <p:txBody>
          <a:bodyPr rtlCol="0"/>
          <a:lstStyle/>
          <a:p>
            <a:pPr rtl="0"/>
            <a:fld id="{C263D6C4-4840-40CC-AC84-17E24B3B7BDE}" type="slidenum">
              <a:rPr lang="ru-RU" smtClean="0"/>
              <a:pPr rtl="0"/>
              <a:t>4</a:t>
            </a:fld>
            <a:endParaRPr lang="ru-RU"/>
          </a:p>
        </p:txBody>
      </p:sp>
    </p:spTree>
    <p:extLst>
      <p:ext uri="{BB962C8B-B14F-4D97-AF65-F5344CB8AC3E}">
        <p14:creationId xmlns:p14="http://schemas.microsoft.com/office/powerpoint/2010/main" val="451187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315E3981-F0D7-482C-A8E0-6A57700BECA7}"/>
              </a:ext>
            </a:extLst>
          </p:cNvPr>
          <p:cNvSpPr>
            <a:spLocks noGrp="1"/>
          </p:cNvSpPr>
          <p:nvPr>
            <p:ph type="title"/>
          </p:nvPr>
        </p:nvSpPr>
        <p:spPr/>
        <p:txBody>
          <a:bodyPr rtlCol="0"/>
          <a:lstStyle/>
          <a:p>
            <a:pPr rtl="0"/>
            <a:r>
              <a:rPr lang="ru-RU" dirty="0"/>
              <a:t>Заголовок</a:t>
            </a:r>
          </a:p>
        </p:txBody>
      </p:sp>
      <p:sp>
        <p:nvSpPr>
          <p:cNvPr id="2" name="Номер слайда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rtlCol="0"/>
          <a:lstStyle/>
          <a:p>
            <a:pPr rtl="0"/>
            <a:fld id="{C263D6C4-4840-40CC-AC84-17E24B3B7BDE}" type="slidenum">
              <a:rPr lang="ru-RU" smtClean="0"/>
              <a:pPr rtl="0"/>
              <a:t>5</a:t>
            </a:fld>
            <a:endParaRPr lang="ru-RU"/>
          </a:p>
        </p:txBody>
      </p:sp>
      <p:sp>
        <p:nvSpPr>
          <p:cNvPr id="7" name="Текст 6">
            <a:extLst>
              <a:ext uri="{FF2B5EF4-FFF2-40B4-BE49-F238E27FC236}">
                <a16:creationId xmlns:a16="http://schemas.microsoft.com/office/drawing/2014/main" id="{B74126B4-1E6C-4FFF-9282-40E18A85A07F}"/>
              </a:ext>
            </a:extLst>
          </p:cNvPr>
          <p:cNvSpPr>
            <a:spLocks noGrp="1"/>
          </p:cNvSpPr>
          <p:nvPr>
            <p:ph type="body" sz="quarter" idx="1"/>
          </p:nvPr>
        </p:nvSpPr>
        <p:spPr/>
        <p:txBody>
          <a:bodyPr rtlCol="0"/>
          <a:lstStyle/>
          <a:p>
            <a:pPr rtl="0"/>
            <a:r>
              <a:rPr lang="ru-RU"/>
              <a:t>Lorem ipsum dolor sit amet</a:t>
            </a:r>
          </a:p>
        </p:txBody>
      </p:sp>
      <p:sp>
        <p:nvSpPr>
          <p:cNvPr id="5" name="Текст 4">
            <a:extLst>
              <a:ext uri="{FF2B5EF4-FFF2-40B4-BE49-F238E27FC236}">
                <a16:creationId xmlns:a16="http://schemas.microsoft.com/office/drawing/2014/main" id="{E0C87788-476B-4620-8002-A5C1177AD6C1}"/>
              </a:ext>
            </a:extLst>
          </p:cNvPr>
          <p:cNvSpPr>
            <a:spLocks noGrp="1"/>
          </p:cNvSpPr>
          <p:nvPr>
            <p:ph type="body" sz="quarter" idx="3"/>
          </p:nvPr>
        </p:nvSpPr>
        <p:spPr/>
        <p:txBody>
          <a:bodyPr rtlCol="0"/>
          <a:lstStyle/>
          <a:p>
            <a:pPr rtl="0"/>
            <a:r>
              <a:rPr lang="ru-RU"/>
              <a:t>Lorem ipsum dolor sit amet</a:t>
            </a:r>
          </a:p>
        </p:txBody>
      </p:sp>
      <p:sp>
        <p:nvSpPr>
          <p:cNvPr id="8" name="Текст 7">
            <a:extLst>
              <a:ext uri="{FF2B5EF4-FFF2-40B4-BE49-F238E27FC236}">
                <a16:creationId xmlns:a16="http://schemas.microsoft.com/office/drawing/2014/main" id="{47DC4E62-1A34-4F98-A451-214F1808519C}"/>
              </a:ext>
            </a:extLst>
          </p:cNvPr>
          <p:cNvSpPr>
            <a:spLocks noGrp="1"/>
          </p:cNvSpPr>
          <p:nvPr>
            <p:ph type="body" sz="quarter" idx="2"/>
          </p:nvPr>
        </p:nvSpPr>
        <p:spPr/>
        <p:txBody>
          <a:bodyPr rtlCol="0"/>
          <a:lstStyle/>
          <a:p>
            <a:pPr rtl="0"/>
            <a:r>
              <a:rPr lang="ru-RU"/>
              <a:t>Lorem ipsum dolor sit amet, consectetuer adipiscing elit. Maecenas porttitor congue massa. Fusce posuere, magna sed pulvinar ultricies, purus lectus malesuada libero, sit amet commodo magna eros quis urna. Nunc viverra imperdiet enim. Fusce est. Vivamus a tellus.</a:t>
            </a:r>
          </a:p>
          <a:p>
            <a:pPr rtl="0"/>
            <a:r>
              <a:rPr lang="ru-RU"/>
              <a:t>Pellentesque habitant morbi tristique senectus et netus et malesuada fames ac turpis egestas. Proin pharetra nonummy pede. Mauris et orci.</a:t>
            </a:r>
          </a:p>
          <a:p>
            <a:pPr rtl="0"/>
            <a:endParaRPr lang="ru-RU"/>
          </a:p>
          <a:p>
            <a:pPr rtl="0"/>
            <a:endParaRPr lang="ru-RU"/>
          </a:p>
        </p:txBody>
      </p:sp>
      <p:sp>
        <p:nvSpPr>
          <p:cNvPr id="6" name="Текст 5">
            <a:extLst>
              <a:ext uri="{FF2B5EF4-FFF2-40B4-BE49-F238E27FC236}">
                <a16:creationId xmlns:a16="http://schemas.microsoft.com/office/drawing/2014/main" id="{000A9570-5EF6-4AFB-9FCA-7C8998E3FEB1}"/>
              </a:ext>
            </a:extLst>
          </p:cNvPr>
          <p:cNvSpPr>
            <a:spLocks noGrp="1"/>
          </p:cNvSpPr>
          <p:nvPr>
            <p:ph type="body" sz="quarter" idx="4"/>
          </p:nvPr>
        </p:nvSpPr>
        <p:spPr/>
        <p:txBody>
          <a:bodyPr rtlCol="0"/>
          <a:lstStyle/>
          <a:p>
            <a:pPr rtl="0"/>
            <a:r>
              <a:rPr lang="ru-RU"/>
              <a:t>Lorem ipsum dolor sit amet, consectetuer adipiscing elit. Maecenas porttitor congue massa. Fusce posuere, magna sed pulvinar ultricies, purus lectus malesuada libero, sit amet commodo magna eros quis urna. Nunc viverra imperdiet enim. Fusce est. Vivamus a tellus.</a:t>
            </a:r>
          </a:p>
          <a:p>
            <a:pPr rtl="0"/>
            <a:r>
              <a:rPr lang="ru-RU"/>
              <a:t>Pellentesque habitant morbi tristique senectus et netus et malesuada fames ac turpis egestas. Proin pharetra nonummy pede. Mauris et orci.</a:t>
            </a:r>
          </a:p>
          <a:p>
            <a:pPr rtl="0"/>
            <a:endParaRPr lang="ru-RU"/>
          </a:p>
        </p:txBody>
      </p:sp>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E3BD8413-C238-49D7-A4E1-E8FEF1811A0E}"/>
              </a:ext>
            </a:extLst>
          </p:cNvPr>
          <p:cNvSpPr>
            <a:spLocks noGrp="1"/>
          </p:cNvSpPr>
          <p:nvPr>
            <p:ph type="title"/>
          </p:nvPr>
        </p:nvSpPr>
        <p:spPr/>
        <p:txBody>
          <a:bodyPr rtlCol="0"/>
          <a:lstStyle/>
          <a:p>
            <a:pPr rtl="0"/>
            <a:r>
              <a:rPr lang="ru-RU"/>
              <a:t>Заголовок раздела 01</a:t>
            </a:r>
          </a:p>
        </p:txBody>
      </p:sp>
      <p:sp>
        <p:nvSpPr>
          <p:cNvPr id="5" name="Текст 4">
            <a:extLst>
              <a:ext uri="{FF2B5EF4-FFF2-40B4-BE49-F238E27FC236}">
                <a16:creationId xmlns:a16="http://schemas.microsoft.com/office/drawing/2014/main" id="{0A95F4DE-39B7-4CE2-BC1E-8B8AE662A895}"/>
              </a:ext>
            </a:extLst>
          </p:cNvPr>
          <p:cNvSpPr>
            <a:spLocks noGrp="1"/>
          </p:cNvSpPr>
          <p:nvPr>
            <p:ph type="body" idx="1"/>
          </p:nvPr>
        </p:nvSpPr>
        <p:spPr/>
        <p:txBody>
          <a:bodyPr rtlCol="0"/>
          <a:lstStyle/>
          <a:p>
            <a:pPr rtl="0"/>
            <a:r>
              <a:rPr lang="ru-RU" dirty="0"/>
              <a:t>Подзаголовок</a:t>
            </a:r>
          </a:p>
        </p:txBody>
      </p:sp>
      <p:sp>
        <p:nvSpPr>
          <p:cNvPr id="2" name="Номер слайда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rtlCol="0"/>
          <a:lstStyle/>
          <a:p>
            <a:pPr rtl="0"/>
            <a:fld id="{C263D6C4-4840-40CC-AC84-17E24B3B7BDE}" type="slidenum">
              <a:rPr lang="ru-RU" smtClean="0"/>
              <a:pPr rtl="0"/>
              <a:t>6</a:t>
            </a:fld>
            <a:endParaRPr lang="ru-RU"/>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315E3981-F0D7-482C-A8E0-6A57700BECA7}"/>
              </a:ext>
            </a:extLst>
          </p:cNvPr>
          <p:cNvSpPr>
            <a:spLocks noGrp="1"/>
          </p:cNvSpPr>
          <p:nvPr>
            <p:ph type="title"/>
          </p:nvPr>
        </p:nvSpPr>
        <p:spPr/>
        <p:txBody>
          <a:bodyPr rtlCol="0"/>
          <a:lstStyle/>
          <a:p>
            <a:pPr rtl="0"/>
            <a:r>
              <a:rPr lang="ru-RU"/>
              <a:t>Заголовок</a:t>
            </a:r>
          </a:p>
        </p:txBody>
      </p:sp>
      <p:pic>
        <p:nvPicPr>
          <p:cNvPr id="8" name="Рисунок 7" descr="Треугольный конструктивный шаблон с аналитикой">
            <a:extLst>
              <a:ext uri="{FF2B5EF4-FFF2-40B4-BE49-F238E27FC236}">
                <a16:creationId xmlns:a16="http://schemas.microsoft.com/office/drawing/2014/main" id="{2301248D-7370-7643-9BE6-F8CDCFF4D460}"/>
              </a:ext>
            </a:extLst>
          </p:cNvPr>
          <p:cNvPicPr>
            <a:picLocks noGrp="1" noChangeAspect="1"/>
          </p:cNvPicPr>
          <p:nvPr>
            <p:ph type="pic" sz="quarter" idx="19"/>
          </p:nvPr>
        </p:nvPicPr>
        <p:blipFill rotWithShape="1">
          <a:blip r:embed="rId3">
            <a:extLst>
              <a:ext uri="{28A0092B-C50C-407E-A947-70E740481C1C}">
                <a14:useLocalDpi xmlns:a14="http://schemas.microsoft.com/office/drawing/2010/main" val="0"/>
              </a:ext>
            </a:extLst>
          </a:blip>
          <a:srcRect/>
          <a:stretch/>
        </p:blipFill>
        <p:spPr>
          <a:xfrm>
            <a:off x="-2" y="1352575"/>
            <a:ext cx="12192002" cy="2289897"/>
          </a:xfrm>
        </p:spPr>
      </p:pic>
      <p:sp>
        <p:nvSpPr>
          <p:cNvPr id="19" name="Текст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rtlCol="0"/>
          <a:lstStyle/>
          <a:p>
            <a:pPr rtl="0"/>
            <a:r>
              <a:rPr lang="ru-RU"/>
              <a:t>Lorem ipsum dolor sit amet, consectetuer adipiscing elit. Maecenas porttitor congue massa. Fusce posuere, magna sed pulvinar ultricies, purus lectus malesuada libero, sit amet commodo magna eros quis urna. Nunc viverra imperdiet enim. Fusce est. Vivamus a tellus.</a:t>
            </a:r>
          </a:p>
          <a:p>
            <a:pPr rtl="0"/>
            <a:r>
              <a:rPr lang="ru-RU"/>
              <a:t>Pellentesque habitant morbi tristique senectus et netus et malesuada fames ac turpis egestas. Proin pharetra nonummy pede. Mauris et orci.</a:t>
            </a:r>
          </a:p>
        </p:txBody>
      </p:sp>
      <p:sp>
        <p:nvSpPr>
          <p:cNvPr id="2" name="Номер слайда 1">
            <a:extLst>
              <a:ext uri="{FF2B5EF4-FFF2-40B4-BE49-F238E27FC236}">
                <a16:creationId xmlns:a16="http://schemas.microsoft.com/office/drawing/2014/main" id="{FAC2D367-2A6E-41FE-A9EA-24FF17BCAA97}"/>
              </a:ext>
            </a:extLst>
          </p:cNvPr>
          <p:cNvSpPr>
            <a:spLocks noGrp="1"/>
          </p:cNvSpPr>
          <p:nvPr>
            <p:ph type="sldNum" sz="quarter" idx="12"/>
          </p:nvPr>
        </p:nvSpPr>
        <p:spPr/>
        <p:txBody>
          <a:bodyPr rtlCol="0"/>
          <a:lstStyle/>
          <a:p>
            <a:pPr rtl="0"/>
            <a:fld id="{C263D6C4-4840-40CC-AC84-17E24B3B7BDE}" type="slidenum">
              <a:rPr lang="ru-RU" smtClean="0"/>
              <a:pPr rtl="0"/>
              <a:t>7</a:t>
            </a:fld>
            <a:endParaRPr lang="ru-RU"/>
          </a:p>
        </p:txBody>
      </p:sp>
    </p:spTree>
    <p:extLst>
      <p:ext uri="{BB962C8B-B14F-4D97-AF65-F5344CB8AC3E}">
        <p14:creationId xmlns:p14="http://schemas.microsoft.com/office/powerpoint/2010/main" val="663103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201323FB-427E-4A8D-B473-AB0657D8D23B}"/>
              </a:ext>
            </a:extLst>
          </p:cNvPr>
          <p:cNvSpPr>
            <a:spLocks noGrp="1"/>
          </p:cNvSpPr>
          <p:nvPr>
            <p:ph type="title"/>
          </p:nvPr>
        </p:nvSpPr>
        <p:spPr>
          <a:xfrm>
            <a:off x="444500" y="434812"/>
            <a:ext cx="11214100" cy="1200329"/>
          </a:xfrm>
        </p:spPr>
        <p:txBody>
          <a:bodyPr rtlCol="0"/>
          <a:lstStyle/>
          <a:p>
            <a:r>
              <a:rPr lang="ru-RU" sz="2400" dirty="0"/>
              <a:t>Ограничения </a:t>
            </a:r>
            <a:r>
              <a:rPr lang="ru-RU" sz="2400" dirty="0" smtClean="0"/>
              <a:t>протоколов</a:t>
            </a:r>
            <a:r>
              <a:rPr lang="ru-RU" sz="2400" dirty="0"/>
              <a:t/>
            </a:r>
            <a:br>
              <a:rPr lang="ru-RU" sz="2400" dirty="0"/>
            </a:br>
            <a:r>
              <a:rPr lang="ru-RU" sz="2400" dirty="0" err="1" smtClean="0"/>
              <a:t>Modbus</a:t>
            </a:r>
            <a:r>
              <a:rPr lang="ru-RU" sz="2400" dirty="0" smtClean="0"/>
              <a:t> </a:t>
            </a:r>
            <a:r>
              <a:rPr lang="ru-RU" sz="2400" dirty="0"/>
              <a:t>RTU и ASCII</a:t>
            </a:r>
            <a:r>
              <a:rPr lang="ru-RU" dirty="0"/>
              <a:t/>
            </a:r>
            <a:br>
              <a:rPr lang="ru-RU" dirty="0"/>
            </a:br>
            <a:endParaRPr lang="ru-RU" dirty="0"/>
          </a:p>
        </p:txBody>
      </p:sp>
      <p:graphicFrame>
        <p:nvGraphicFramePr>
          <p:cNvPr id="6" name="Таблица 5">
            <a:extLst>
              <a:ext uri="{FF2B5EF4-FFF2-40B4-BE49-F238E27FC236}">
                <a16:creationId xmlns:a16="http://schemas.microsoft.com/office/drawing/2014/main" id="{E8EEB296-8554-4D20-B3B8-C0BBC380A58D}"/>
              </a:ext>
            </a:extLst>
          </p:cNvPr>
          <p:cNvGraphicFramePr>
            <a:graphicFrameLocks noGrp="1"/>
          </p:cNvGraphicFramePr>
          <p:nvPr>
            <p:extLst>
              <p:ext uri="{D42A27DB-BD31-4B8C-83A1-F6EECF244321}">
                <p14:modId xmlns:p14="http://schemas.microsoft.com/office/powerpoint/2010/main" val="3696786342"/>
              </p:ext>
            </p:extLst>
          </p:nvPr>
        </p:nvGraphicFramePr>
        <p:xfrm>
          <a:off x="444500" y="1337960"/>
          <a:ext cx="4287521" cy="3706482"/>
        </p:xfrm>
        <a:graphic>
          <a:graphicData uri="http://schemas.openxmlformats.org/drawingml/2006/table">
            <a:tbl>
              <a:tblPr firstRow="1" bandRow="1">
                <a:tableStyleId>{5C22544A-7EE6-4342-B048-85BDC9FD1C3A}</a:tableStyleId>
              </a:tblPr>
              <a:tblGrid>
                <a:gridCol w="1305818">
                  <a:extLst>
                    <a:ext uri="{9D8B030D-6E8A-4147-A177-3AD203B41FA5}">
                      <a16:colId xmlns:a16="http://schemas.microsoft.com/office/drawing/2014/main" val="3559833401"/>
                    </a:ext>
                  </a:extLst>
                </a:gridCol>
                <a:gridCol w="1189509">
                  <a:extLst>
                    <a:ext uri="{9D8B030D-6E8A-4147-A177-3AD203B41FA5}">
                      <a16:colId xmlns:a16="http://schemas.microsoft.com/office/drawing/2014/main" val="82523989"/>
                    </a:ext>
                  </a:extLst>
                </a:gridCol>
                <a:gridCol w="1792194">
                  <a:extLst>
                    <a:ext uri="{9D8B030D-6E8A-4147-A177-3AD203B41FA5}">
                      <a16:colId xmlns:a16="http://schemas.microsoft.com/office/drawing/2014/main" val="3211310719"/>
                    </a:ext>
                  </a:extLst>
                </a:gridCol>
              </a:tblGrid>
              <a:tr h="894668">
                <a:tc>
                  <a:txBody>
                    <a:bodyPr/>
                    <a:lstStyle/>
                    <a:p>
                      <a:pPr algn="ctr" rtl="0"/>
                      <a:r>
                        <a:rPr lang="ru-RU" sz="1800" b="1" i="0" kern="1200" smtClean="0">
                          <a:solidFill>
                            <a:schemeClr val="bg1"/>
                          </a:solidFill>
                          <a:effectLst/>
                          <a:latin typeface="+mn-lt"/>
                          <a:ea typeface="+mn-ea"/>
                          <a:cs typeface="+mn-cs"/>
                        </a:rPr>
                        <a:t>Протокол</a:t>
                      </a:r>
                      <a:endParaRPr lang="ru-RU" sz="1600" b="0" noProof="0" dirty="0">
                        <a:solidFill>
                          <a:schemeClr val="bg1"/>
                        </a:solidFill>
                        <a:latin typeface="+mn-lt"/>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sz="1800" b="1" i="0" kern="1200" dirty="0" smtClean="0">
                          <a:solidFill>
                            <a:schemeClr val="bg1"/>
                          </a:solidFill>
                          <a:effectLst/>
                          <a:latin typeface="+mn-lt"/>
                          <a:ea typeface="+mn-ea"/>
                          <a:cs typeface="+mn-cs"/>
                        </a:rPr>
                        <a:t>Функция</a:t>
                      </a:r>
                      <a:endParaRPr lang="ru-RU" sz="1600" b="0" noProof="0" dirty="0">
                        <a:solidFill>
                          <a:schemeClr val="bg1"/>
                        </a:solidFill>
                        <a:latin typeface="+mn-lt"/>
                        <a:cs typeface="Arial" panose="020B0604020202020204" pitchFamily="34" charset="0"/>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ru-RU" sz="1800" b="1" i="0" kern="1200" dirty="0" smtClean="0">
                          <a:solidFill>
                            <a:schemeClr val="bg1"/>
                          </a:solidFill>
                          <a:effectLst/>
                          <a:latin typeface="+mn-lt"/>
                          <a:ea typeface="+mn-ea"/>
                          <a:cs typeface="+mn-cs"/>
                        </a:rPr>
                        <a:t>Макс. регистров</a:t>
                      </a:r>
                      <a:endParaRPr lang="ru-RU" sz="1600" b="0" noProof="0" dirty="0">
                        <a:solidFill>
                          <a:schemeClr val="bg1"/>
                        </a:solidFill>
                        <a:latin typeface="+mn-lt"/>
                        <a:cs typeface="Arial" panose="020B0604020202020204" pitchFamily="34" charset="0"/>
                      </a:endParaRPr>
                    </a:p>
                  </a:txBody>
                  <a:tcPr anchor="ctr">
                    <a:lnL w="12700" cap="flat" cmpd="sng" algn="ctr">
                      <a:solidFill>
                        <a:schemeClr val="accent2">
                          <a:lumMod val="75000"/>
                        </a:schemeClr>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6630617"/>
                  </a:ext>
                </a:extLst>
              </a:tr>
              <a:tr h="894668">
                <a:tc>
                  <a:txBody>
                    <a:bodyPr/>
                    <a:lstStyle/>
                    <a:p>
                      <a:pPr algn="ctr" rtl="0"/>
                      <a:r>
                        <a:rPr lang="en-US" sz="1800" b="0" i="0" kern="1200" dirty="0" smtClean="0">
                          <a:solidFill>
                            <a:schemeClr val="bg1"/>
                          </a:solidFill>
                          <a:effectLst/>
                          <a:latin typeface="+mn-lt"/>
                          <a:ea typeface="+mn-ea"/>
                          <a:cs typeface="+mn-cs"/>
                        </a:rPr>
                        <a:t>RTU</a:t>
                      </a:r>
                      <a:endParaRPr lang="ru-RU" sz="1400" noProof="0" dirty="0">
                        <a:solidFill>
                          <a:schemeClr val="bg1"/>
                        </a:solidFill>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algn="ctr" rtl="0"/>
                      <a:r>
                        <a:rPr lang="en-US" sz="1800" b="0" i="0" kern="1200" dirty="0" smtClean="0">
                          <a:solidFill>
                            <a:schemeClr val="bg1"/>
                          </a:solidFill>
                          <a:effectLst/>
                          <a:latin typeface="+mn-lt"/>
                          <a:ea typeface="+mn-ea"/>
                          <a:cs typeface="+mn-cs"/>
                        </a:rPr>
                        <a:t>0x03, 0x04</a:t>
                      </a:r>
                      <a:endParaRPr lang="ru-RU" sz="1400" noProof="0" dirty="0">
                        <a:solidFill>
                          <a:schemeClr val="bg1"/>
                        </a:solidFill>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algn="ctr" rtl="0"/>
                      <a:r>
                        <a:rPr lang="ru-RU" sz="1800" b="0" i="0" kern="1200" dirty="0" smtClean="0">
                          <a:solidFill>
                            <a:schemeClr val="bg1"/>
                          </a:solidFill>
                          <a:effectLst/>
                          <a:latin typeface="+mn-lt"/>
                          <a:ea typeface="+mn-ea"/>
                          <a:cs typeface="+mn-cs"/>
                        </a:rPr>
                        <a:t>125</a:t>
                      </a:r>
                      <a:endParaRPr lang="ru-RU" sz="1400" noProof="0" dirty="0">
                        <a:solidFill>
                          <a:schemeClr val="bg1"/>
                        </a:solidFill>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3446274366"/>
                  </a:ext>
                </a:extLst>
              </a:tr>
              <a:tr h="511239">
                <a:tc>
                  <a:txBody>
                    <a:bodyPr/>
                    <a:lstStyle/>
                    <a:p>
                      <a:pPr algn="ctr" rtl="0"/>
                      <a:r>
                        <a:rPr lang="en-US" sz="1800" b="0" i="0" kern="1200" dirty="0" smtClean="0">
                          <a:solidFill>
                            <a:schemeClr val="bg1"/>
                          </a:solidFill>
                          <a:effectLst/>
                          <a:latin typeface="+mn-lt"/>
                          <a:ea typeface="+mn-ea"/>
                          <a:cs typeface="+mn-cs"/>
                        </a:rPr>
                        <a:t>RTU</a:t>
                      </a:r>
                      <a:endParaRPr lang="ru-RU" sz="1400" noProof="0" dirty="0">
                        <a:solidFill>
                          <a:schemeClr val="bg1"/>
                        </a:solidFill>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algn="ctr" rtl="0"/>
                      <a:r>
                        <a:rPr lang="en-US" sz="1800" b="0" i="0" kern="1200" dirty="0" smtClean="0">
                          <a:solidFill>
                            <a:schemeClr val="bg1"/>
                          </a:solidFill>
                          <a:effectLst/>
                          <a:latin typeface="+mn-lt"/>
                          <a:ea typeface="+mn-ea"/>
                          <a:cs typeface="+mn-cs"/>
                        </a:rPr>
                        <a:t>0x10</a:t>
                      </a:r>
                      <a:endParaRPr lang="ru-RU" sz="1400" noProof="0" dirty="0">
                        <a:solidFill>
                          <a:schemeClr val="bg1"/>
                        </a:solidFill>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algn="ctr" rtl="0"/>
                      <a:r>
                        <a:rPr lang="ru-RU" sz="1800" b="0" i="0" kern="1200" dirty="0" smtClean="0">
                          <a:solidFill>
                            <a:schemeClr val="bg1"/>
                          </a:solidFill>
                          <a:effectLst/>
                          <a:latin typeface="+mn-lt"/>
                          <a:ea typeface="+mn-ea"/>
                          <a:cs typeface="+mn-cs"/>
                        </a:rPr>
                        <a:t>123</a:t>
                      </a:r>
                      <a:endParaRPr lang="ru-RU" sz="1400" noProof="0" dirty="0">
                        <a:solidFill>
                          <a:schemeClr val="bg1"/>
                        </a:solidFill>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1758271508"/>
                  </a:ext>
                </a:extLst>
              </a:tr>
              <a:tr h="894668">
                <a:tc>
                  <a:txBody>
                    <a:bodyPr/>
                    <a:lstStyle/>
                    <a:p>
                      <a:pPr algn="ctr" rtl="0"/>
                      <a:r>
                        <a:rPr lang="en-US" sz="1800" b="0" i="0" kern="1200" dirty="0" smtClean="0">
                          <a:solidFill>
                            <a:schemeClr val="bg1"/>
                          </a:solidFill>
                          <a:effectLst/>
                          <a:latin typeface="+mn-lt"/>
                          <a:ea typeface="+mn-ea"/>
                          <a:cs typeface="+mn-cs"/>
                        </a:rPr>
                        <a:t>ASCII</a:t>
                      </a:r>
                      <a:endParaRPr lang="ru-RU" sz="1400" noProof="0" dirty="0">
                        <a:solidFill>
                          <a:schemeClr val="bg1"/>
                        </a:solidFill>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algn="ctr" rtl="0"/>
                      <a:r>
                        <a:rPr lang="en-US" sz="1800" b="0" i="0" kern="1200" dirty="0" smtClean="0">
                          <a:solidFill>
                            <a:schemeClr val="bg1"/>
                          </a:solidFill>
                          <a:effectLst/>
                          <a:latin typeface="+mn-lt"/>
                          <a:ea typeface="+mn-ea"/>
                          <a:cs typeface="+mn-cs"/>
                        </a:rPr>
                        <a:t>0x03, 0x04</a:t>
                      </a:r>
                      <a:endParaRPr lang="ru-RU" sz="1400" noProof="0" dirty="0">
                        <a:solidFill>
                          <a:schemeClr val="bg1"/>
                        </a:solidFill>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algn="ctr" rtl="0"/>
                      <a:r>
                        <a:rPr lang="ru-RU" sz="1800" b="0" i="0" kern="1200" dirty="0" smtClean="0">
                          <a:solidFill>
                            <a:schemeClr val="bg1"/>
                          </a:solidFill>
                          <a:effectLst/>
                          <a:latin typeface="+mn-lt"/>
                          <a:ea typeface="+mn-ea"/>
                          <a:cs typeface="+mn-cs"/>
                        </a:rPr>
                        <a:t>61</a:t>
                      </a:r>
                      <a:endParaRPr lang="ru-RU" sz="1400" noProof="0" dirty="0">
                        <a:solidFill>
                          <a:schemeClr val="bg1"/>
                        </a:solidFill>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3736384641"/>
                  </a:ext>
                </a:extLst>
              </a:tr>
              <a:tr h="511239">
                <a:tc>
                  <a:txBody>
                    <a:bodyPr/>
                    <a:lstStyle/>
                    <a:p>
                      <a:pPr algn="ctr" rtl="0"/>
                      <a:r>
                        <a:rPr lang="en-US" sz="1800" b="0" i="0" kern="1200" dirty="0" smtClean="0">
                          <a:solidFill>
                            <a:schemeClr val="bg1"/>
                          </a:solidFill>
                          <a:effectLst/>
                          <a:latin typeface="+mn-lt"/>
                          <a:ea typeface="+mn-ea"/>
                          <a:cs typeface="+mn-cs"/>
                        </a:rPr>
                        <a:t>ASCII</a:t>
                      </a:r>
                      <a:endParaRPr lang="ru-RU" sz="1400" noProof="0" dirty="0">
                        <a:solidFill>
                          <a:schemeClr val="bg1"/>
                        </a:solidFill>
                        <a:latin typeface="+mn-lt"/>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algn="ctr" rtl="0"/>
                      <a:r>
                        <a:rPr lang="en-US" sz="1800" b="0" i="0" kern="1200" dirty="0" smtClean="0">
                          <a:solidFill>
                            <a:schemeClr val="bg1"/>
                          </a:solidFill>
                          <a:effectLst/>
                          <a:latin typeface="+mn-lt"/>
                          <a:ea typeface="+mn-ea"/>
                          <a:cs typeface="+mn-cs"/>
                        </a:rPr>
                        <a:t>0x10</a:t>
                      </a:r>
                      <a:endParaRPr lang="ru-RU" sz="1400" noProof="0" dirty="0">
                        <a:solidFill>
                          <a:schemeClr val="bg1"/>
                        </a:solidFill>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algn="ctr" rtl="0"/>
                      <a:r>
                        <a:rPr lang="ru-RU" sz="1800" b="0" i="0" kern="1200" dirty="0" smtClean="0">
                          <a:solidFill>
                            <a:schemeClr val="bg1"/>
                          </a:solidFill>
                          <a:effectLst/>
                          <a:latin typeface="+mn-lt"/>
                          <a:ea typeface="+mn-ea"/>
                          <a:cs typeface="+mn-cs"/>
                        </a:rPr>
                        <a:t>59</a:t>
                      </a:r>
                      <a:endParaRPr lang="ru-RU" sz="1400" noProof="0" dirty="0">
                        <a:solidFill>
                          <a:schemeClr val="bg1"/>
                        </a:solidFill>
                        <a:latin typeface="+mn-lt"/>
                      </a:endParaRPr>
                    </a:p>
                  </a:txBody>
                  <a:tcPr anchor="ctr">
                    <a:lnL w="12700" cap="flat" cmpd="sng" algn="ctr">
                      <a:solidFill>
                        <a:schemeClr val="accent2">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090935587"/>
                  </a:ext>
                </a:extLst>
              </a:tr>
            </a:tbl>
          </a:graphicData>
        </a:graphic>
      </p:graphicFrame>
      <p:sp>
        <p:nvSpPr>
          <p:cNvPr id="2" name="Номер слайда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rtlCol="0"/>
          <a:lstStyle/>
          <a:p>
            <a:pPr rtl="0"/>
            <a:fld id="{C263D6C4-4840-40CC-AC84-17E24B3B7BDE}" type="slidenum">
              <a:rPr lang="ru-RU" smtClean="0"/>
              <a:pPr rtl="0"/>
              <a:t>8</a:t>
            </a:fld>
            <a:endParaRPr lang="ru-RU"/>
          </a:p>
        </p:txBody>
      </p:sp>
      <p:pic>
        <p:nvPicPr>
          <p:cNvPr id="4" name="Рисунок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34659" y="1337960"/>
            <a:ext cx="7157341" cy="3706480"/>
          </a:xfrm>
          <a:prstGeom prst="rect">
            <a:avLst/>
          </a:prstGeom>
        </p:spPr>
      </p:pic>
    </p:spTree>
    <p:extLst>
      <p:ext uri="{BB962C8B-B14F-4D97-AF65-F5344CB8AC3E}">
        <p14:creationId xmlns:p14="http://schemas.microsoft.com/office/powerpoint/2010/main" val="106542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201323FB-427E-4A8D-B473-AB0657D8D23B}"/>
              </a:ext>
            </a:extLst>
          </p:cNvPr>
          <p:cNvSpPr>
            <a:spLocks noGrp="1"/>
          </p:cNvSpPr>
          <p:nvPr>
            <p:ph type="title"/>
          </p:nvPr>
        </p:nvSpPr>
        <p:spPr/>
        <p:txBody>
          <a:bodyPr rtlCol="0"/>
          <a:lstStyle/>
          <a:p>
            <a:pPr rtl="0"/>
            <a:r>
              <a:rPr lang="ru-RU" dirty="0"/>
              <a:t>Диаграмма</a:t>
            </a:r>
          </a:p>
        </p:txBody>
      </p:sp>
      <p:graphicFrame>
        <p:nvGraphicFramePr>
          <p:cNvPr id="8" name="Диаграмма 6" title="Gross Revenue Placeholder Chart">
            <a:extLst>
              <a:ext uri="{FF2B5EF4-FFF2-40B4-BE49-F238E27FC236}">
                <a16:creationId xmlns:a16="http://schemas.microsoft.com/office/drawing/2014/main" id="{CDBB16C9-AACC-4C56-B938-95BF62DDEA11}"/>
              </a:ext>
            </a:extLst>
          </p:cNvPr>
          <p:cNvGraphicFramePr/>
          <p:nvPr>
            <p:extLst>
              <p:ext uri="{D42A27DB-BD31-4B8C-83A1-F6EECF244321}">
                <p14:modId xmlns:p14="http://schemas.microsoft.com/office/powerpoint/2010/main" val="2347075262"/>
              </p:ext>
            </p:extLst>
          </p:nvPr>
        </p:nvGraphicFramePr>
        <p:xfrm>
          <a:off x="1287894" y="1702839"/>
          <a:ext cx="9690100" cy="4444199"/>
        </p:xfrm>
        <a:graphic>
          <a:graphicData uri="http://schemas.openxmlformats.org/drawingml/2006/chart">
            <c:chart xmlns:c="http://schemas.openxmlformats.org/drawingml/2006/chart" xmlns:r="http://schemas.openxmlformats.org/officeDocument/2006/relationships" r:id="rId3"/>
          </a:graphicData>
        </a:graphic>
      </p:graphicFrame>
      <p:sp>
        <p:nvSpPr>
          <p:cNvPr id="2" name="Номер слайда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rtlCol="0"/>
          <a:lstStyle/>
          <a:p>
            <a:pPr rtl="0"/>
            <a:fld id="{C263D6C4-4840-40CC-AC84-17E24B3B7BDE}" type="slidenum">
              <a:rPr lang="ru-RU" smtClean="0"/>
              <a:pPr rtl="0"/>
              <a:t>9</a:t>
            </a:fld>
            <a:endParaRPr lang="ru-RU" dirty="0"/>
          </a:p>
        </p:txBody>
      </p:sp>
    </p:spTree>
    <p:extLst>
      <p:ext uri="{BB962C8B-B14F-4D97-AF65-F5344CB8AC3E}">
        <p14:creationId xmlns:p14="http://schemas.microsoft.com/office/powerpoint/2010/main" val="332230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BD179B88-D43C-4A31-9A52-3498E9430782}"/>
              </a:ext>
            </a:extLst>
          </p:cNvPr>
          <p:cNvSpPr>
            <a:spLocks noGrp="1"/>
          </p:cNvSpPr>
          <p:nvPr>
            <p:ph type="title"/>
          </p:nvPr>
        </p:nvSpPr>
        <p:spPr/>
        <p:txBody>
          <a:bodyPr rtlCol="0"/>
          <a:lstStyle/>
          <a:p>
            <a:pPr rtl="0"/>
            <a:r>
              <a:rPr lang="ru-RU"/>
              <a:t>Заголовок раздела 02</a:t>
            </a:r>
          </a:p>
        </p:txBody>
      </p:sp>
      <p:sp>
        <p:nvSpPr>
          <p:cNvPr id="5" name="Текст 4">
            <a:extLst>
              <a:ext uri="{FF2B5EF4-FFF2-40B4-BE49-F238E27FC236}">
                <a16:creationId xmlns:a16="http://schemas.microsoft.com/office/drawing/2014/main" id="{DCDDBE65-9AB1-4989-AF86-726591A6A128}"/>
              </a:ext>
            </a:extLst>
          </p:cNvPr>
          <p:cNvSpPr>
            <a:spLocks noGrp="1"/>
          </p:cNvSpPr>
          <p:nvPr>
            <p:ph type="body" idx="1"/>
          </p:nvPr>
        </p:nvSpPr>
        <p:spPr/>
        <p:txBody>
          <a:bodyPr rtlCol="0"/>
          <a:lstStyle/>
          <a:p>
            <a:pPr rtl="0"/>
            <a:r>
              <a:rPr lang="ru-RU" dirty="0"/>
              <a:t>Подзаголовок</a:t>
            </a:r>
          </a:p>
        </p:txBody>
      </p:sp>
      <p:sp>
        <p:nvSpPr>
          <p:cNvPr id="2" name="Номер слайда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rtlCol="0"/>
          <a:lstStyle/>
          <a:p>
            <a:pPr rtl="0"/>
            <a:fld id="{C263D6C4-4840-40CC-AC84-17E24B3B7BDE}" type="slidenum">
              <a:rPr lang="ru-RU" smtClean="0"/>
              <a:pPr rtl="0"/>
              <a:t>10</a:t>
            </a:fld>
            <a:endParaRPr lang="ru-RU"/>
          </a:p>
        </p:txBody>
      </p:sp>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A4CD37D6-FE32-48E3-A3AD-F07BE6A19FA1}"/>
              </a:ext>
            </a:extLst>
          </p:cNvPr>
          <p:cNvSpPr>
            <a:spLocks noGrp="1"/>
          </p:cNvSpPr>
          <p:nvPr>
            <p:ph type="title"/>
          </p:nvPr>
        </p:nvSpPr>
        <p:spPr>
          <a:xfrm>
            <a:off x="533399" y="3200400"/>
            <a:ext cx="6827521" cy="2859313"/>
          </a:xfrm>
        </p:spPr>
        <p:txBody>
          <a:bodyPr rtlCol="0">
            <a:normAutofit/>
          </a:bodyPr>
          <a:lstStyle/>
          <a:p>
            <a:r>
              <a:rPr lang="ru-RU" sz="4000" dirty="0"/>
              <a:t>Проблема неэффективного опроса </a:t>
            </a:r>
            <a:r>
              <a:rPr lang="ru-RU" sz="4000" dirty="0" smtClean="0"/>
              <a:t>устройств</a:t>
            </a:r>
            <a:r>
              <a:rPr lang="ru-RU" sz="2400" dirty="0"/>
              <a:t/>
            </a:r>
            <a:br>
              <a:rPr lang="ru-RU" sz="2400" dirty="0"/>
            </a:br>
            <a:r>
              <a:rPr lang="ru-RU" sz="2400" dirty="0"/>
              <a:t/>
            </a:r>
            <a:br>
              <a:rPr lang="ru-RU" sz="2400" dirty="0"/>
            </a:br>
            <a:r>
              <a:rPr lang="ru-RU" sz="2000" dirty="0"/>
              <a:t>Последовательный опрос переменных приводит к значительным издержкам и ограничивает производительность системы КС1.</a:t>
            </a:r>
            <a:endParaRPr lang="ru-RU" sz="2000" dirty="0"/>
          </a:p>
        </p:txBody>
      </p:sp>
      <p:sp>
        <p:nvSpPr>
          <p:cNvPr id="2" name="Номер слайда 1">
            <a:extLst>
              <a:ext uri="{FF2B5EF4-FFF2-40B4-BE49-F238E27FC236}">
                <a16:creationId xmlns:a16="http://schemas.microsoft.com/office/drawing/2014/main" id="{8EDC7217-2779-44E0-9E6D-3B3879516A1D}"/>
              </a:ext>
            </a:extLst>
          </p:cNvPr>
          <p:cNvSpPr>
            <a:spLocks noGrp="1"/>
          </p:cNvSpPr>
          <p:nvPr>
            <p:ph type="sldNum" sz="quarter" idx="12"/>
          </p:nvPr>
        </p:nvSpPr>
        <p:spPr/>
        <p:txBody>
          <a:bodyPr rtlCol="0"/>
          <a:lstStyle/>
          <a:p>
            <a:pPr rtl="0"/>
            <a:fld id="{C263D6C4-4840-40CC-AC84-17E24B3B7BDE}" type="slidenum">
              <a:rPr lang="ru-RU" smtClean="0"/>
              <a:pPr/>
              <a:t>11</a:t>
            </a:fld>
            <a:endParaRPr lang="ru-RU"/>
          </a:p>
        </p:txBody>
      </p:sp>
      <p:pic>
        <p:nvPicPr>
          <p:cNvPr id="3" name="Рисунок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9036" y="-1"/>
            <a:ext cx="4562964" cy="6059713"/>
          </a:xfrm>
          <a:prstGeom prst="rect">
            <a:avLst/>
          </a:prstGeom>
          <a:effectLst/>
        </p:spPr>
      </p:pic>
    </p:spTree>
    <p:extLst>
      <p:ext uri="{BB962C8B-B14F-4D97-AF65-F5344CB8AC3E}">
        <p14:creationId xmlns:p14="http://schemas.microsoft.com/office/powerpoint/2010/main" val="914134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2BE5BF-9922-45FB-8F3F-4446D40A051B}"/>
              </a:ext>
            </a:extLst>
          </p:cNvPr>
          <p:cNvSpPr>
            <a:spLocks noGrp="1"/>
          </p:cNvSpPr>
          <p:nvPr>
            <p:ph type="ctrTitle"/>
          </p:nvPr>
        </p:nvSpPr>
        <p:spPr/>
        <p:txBody>
          <a:bodyPr rtlCol="0"/>
          <a:lstStyle/>
          <a:p>
            <a:pPr rtl="0"/>
            <a:r>
              <a:rPr lang="ru-RU"/>
              <a:t>Спасибо!</a:t>
            </a:r>
          </a:p>
        </p:txBody>
      </p:sp>
    </p:spTree>
    <p:extLst>
      <p:ext uri="{BB962C8B-B14F-4D97-AF65-F5344CB8AC3E}">
        <p14:creationId xmlns:p14="http://schemas.microsoft.com/office/powerpoint/2010/main" val="429771863"/>
      </p:ext>
    </p:extLst>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2BE5BF-9922-45FB-8F3F-4446D40A051B}"/>
              </a:ext>
            </a:extLst>
          </p:cNvPr>
          <p:cNvSpPr>
            <a:spLocks noGrp="1"/>
          </p:cNvSpPr>
          <p:nvPr>
            <p:ph type="ctrTitle"/>
          </p:nvPr>
        </p:nvSpPr>
        <p:spPr/>
        <p:txBody>
          <a:bodyPr rtlCol="0"/>
          <a:lstStyle/>
          <a:p>
            <a:pPr rtl="0"/>
            <a:r>
              <a:rPr lang="ru-RU"/>
              <a:t>Спасибо!</a:t>
            </a:r>
          </a:p>
        </p:txBody>
      </p:sp>
    </p:spTree>
    <p:extLst>
      <p:ext uri="{BB962C8B-B14F-4D97-AF65-F5344CB8AC3E}">
        <p14:creationId xmlns:p14="http://schemas.microsoft.com/office/powerpoint/2010/main" val="44069682"/>
      </p:ext>
    </p:extLst>
  </p:cSld>
  <p:clrMapOvr>
    <a:masterClrMapping/>
  </p:clrMapOvr>
  <p:transition spd="slow">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E98DCA46-603B-4178-8707-30E192CE6B8D}"/>
              </a:ext>
            </a:extLst>
          </p:cNvPr>
          <p:cNvSpPr>
            <a:spLocks noGrp="1"/>
          </p:cNvSpPr>
          <p:nvPr>
            <p:ph type="title"/>
          </p:nvPr>
        </p:nvSpPr>
        <p:spPr/>
        <p:txBody>
          <a:bodyPr rtlCol="0"/>
          <a:lstStyle/>
          <a:p>
            <a:r>
              <a:rPr lang="ru-RU" dirty="0"/>
              <a:t>Основные результаты</a:t>
            </a:r>
            <a:endParaRPr lang="ru-RU" dirty="0"/>
          </a:p>
        </p:txBody>
      </p:sp>
      <p:sp>
        <p:nvSpPr>
          <p:cNvPr id="8" name="Надпись 7">
            <a:hlinkClick r:id="rId3"/>
            <a:extLst>
              <a:ext uri="{FF2B5EF4-FFF2-40B4-BE49-F238E27FC236}">
                <a16:creationId xmlns:a16="http://schemas.microsoft.com/office/drawing/2014/main" id="{5FC6C278-4035-446A-A94B-030E792FDDF5}"/>
              </a:ext>
            </a:extLst>
          </p:cNvPr>
          <p:cNvSpPr txBox="1"/>
          <p:nvPr/>
        </p:nvSpPr>
        <p:spPr>
          <a:xfrm>
            <a:off x="1132932" y="1648736"/>
            <a:ext cx="9938328" cy="4493538"/>
          </a:xfrm>
          <a:prstGeom prst="rect">
            <a:avLst/>
          </a:prstGeom>
          <a:noFill/>
        </p:spPr>
        <p:txBody>
          <a:bodyPr wrap="square" rtlCol="0">
            <a:spAutoFit/>
          </a:bodyPr>
          <a:lstStyle/>
          <a:p>
            <a:pPr marL="285750" indent="-285750">
              <a:buFont typeface="Arial" panose="020B0604020202020204" pitchFamily="34" charset="0"/>
              <a:buChar char="•"/>
            </a:pPr>
            <a:r>
              <a:rPr lang="ru-RU" sz="2200" dirty="0">
                <a:solidFill>
                  <a:schemeClr val="bg1"/>
                </a:solidFill>
              </a:rPr>
              <a:t>Изучены особенности протоколов </a:t>
            </a:r>
            <a:r>
              <a:rPr lang="ru-RU" sz="2200" dirty="0" err="1">
                <a:solidFill>
                  <a:schemeClr val="bg1"/>
                </a:solidFill>
              </a:rPr>
              <a:t>Modbus</a:t>
            </a:r>
            <a:r>
              <a:rPr lang="ru-RU" sz="2200" dirty="0">
                <a:solidFill>
                  <a:schemeClr val="bg1"/>
                </a:solidFill>
              </a:rPr>
              <a:t> RTU/ASCII и среды </a:t>
            </a:r>
            <a:r>
              <a:rPr lang="ru-RU" sz="2200" dirty="0" err="1">
                <a:solidFill>
                  <a:schemeClr val="bg1"/>
                </a:solidFill>
              </a:rPr>
              <a:t>Owen</a:t>
            </a:r>
            <a:r>
              <a:rPr lang="ru-RU" sz="2200" dirty="0">
                <a:solidFill>
                  <a:schemeClr val="bg1"/>
                </a:solidFill>
              </a:rPr>
              <a:t> </a:t>
            </a:r>
            <a:r>
              <a:rPr lang="ru-RU" sz="2200" dirty="0" err="1">
                <a:solidFill>
                  <a:schemeClr val="bg1"/>
                </a:solidFill>
              </a:rPr>
              <a:t>Logic</a:t>
            </a:r>
            <a:r>
              <a:rPr lang="ru-RU" sz="2200" dirty="0">
                <a:solidFill>
                  <a:schemeClr val="bg1"/>
                </a:solidFill>
              </a:rPr>
              <a:t>, что позволило определить требования к группировке переменных: совпадение типа данных, адреса устройства, функций чтения/записи и условий опроса.</a:t>
            </a:r>
          </a:p>
          <a:p>
            <a:pPr marL="285750" indent="-285750">
              <a:buFont typeface="Arial" panose="020B0604020202020204" pitchFamily="34" charset="0"/>
              <a:buChar char="•"/>
            </a:pPr>
            <a:endParaRPr lang="ru-RU" sz="2200" dirty="0">
              <a:solidFill>
                <a:schemeClr val="bg1"/>
              </a:solidFill>
            </a:endParaRPr>
          </a:p>
          <a:p>
            <a:pPr marL="285750" indent="-285750">
              <a:buFont typeface="Arial" panose="020B0604020202020204" pitchFamily="34" charset="0"/>
              <a:buChar char="•"/>
            </a:pPr>
            <a:r>
              <a:rPr lang="ru-RU" sz="2200" dirty="0">
                <a:solidFill>
                  <a:schemeClr val="bg1"/>
                </a:solidFill>
              </a:rPr>
              <a:t>Разработан модуль, поддерживающий два режима работы: оптимизированный (с автоматической группировкой запросов для максимальной производительности) и прямой (для детального управления отдельными переменными).</a:t>
            </a:r>
          </a:p>
          <a:p>
            <a:pPr marL="285750" indent="-285750">
              <a:buFont typeface="Arial" panose="020B0604020202020204" pitchFamily="34" charset="0"/>
              <a:buChar char="•"/>
            </a:pPr>
            <a:endParaRPr lang="ru-RU" sz="2200" dirty="0">
              <a:solidFill>
                <a:schemeClr val="bg1"/>
              </a:solidFill>
            </a:endParaRPr>
          </a:p>
          <a:p>
            <a:pPr marL="285750" indent="-285750">
              <a:buFont typeface="Arial" panose="020B0604020202020204" pitchFamily="34" charset="0"/>
              <a:buChar char="•"/>
            </a:pPr>
            <a:r>
              <a:rPr lang="ru-RU" sz="2200" dirty="0">
                <a:solidFill>
                  <a:schemeClr val="bg1"/>
                </a:solidFill>
              </a:rPr>
              <a:t>Проведено тестирование модуля, подтвердившее корректность группировки переменных и строгое соблюдение ограничений протокола </a:t>
            </a:r>
            <a:r>
              <a:rPr lang="ru-RU" sz="2200" dirty="0" err="1">
                <a:solidFill>
                  <a:schemeClr val="bg1"/>
                </a:solidFill>
              </a:rPr>
              <a:t>Modbus</a:t>
            </a:r>
            <a:r>
              <a:rPr lang="ru-RU" sz="2200" dirty="0">
                <a:solidFill>
                  <a:schemeClr val="bg1"/>
                </a:solidFill>
              </a:rPr>
              <a:t>.</a:t>
            </a:r>
          </a:p>
        </p:txBody>
      </p:sp>
      <p:sp>
        <p:nvSpPr>
          <p:cNvPr id="2" name="Номер слайда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rtlCol="0"/>
          <a:lstStyle/>
          <a:p>
            <a:pPr rtl="0"/>
            <a:fld id="{C263D6C4-4840-40CC-AC84-17E24B3B7BDE}" type="slidenum">
              <a:rPr lang="ru-RU" smtClean="0"/>
              <a:pPr/>
              <a:t>14</a:t>
            </a:fld>
            <a:endParaRPr lang="ru-RU"/>
          </a:p>
        </p:txBody>
      </p:sp>
    </p:spTree>
    <p:extLst>
      <p:ext uri="{BB962C8B-B14F-4D97-AF65-F5344CB8AC3E}">
        <p14:creationId xmlns:p14="http://schemas.microsoft.com/office/powerpoint/2010/main" val="59582380"/>
      </p:ext>
    </p:extLst>
  </p:cSld>
  <p:clrMapOvr>
    <a:masterClrMapping/>
  </p:clrMapOvr>
  <p:timing>
    <p:tnLst>
      <p:par>
        <p:cTn id="1" dur="indefinite" restart="never" nodeType="tmRoot"/>
      </p:par>
    </p:tnLst>
  </p:timing>
</p:sld>
</file>

<file path=ppt/theme/theme1.xml><?xml version="1.0" encoding="utf-8"?>
<a:theme xmlns:a="http://schemas.openxmlformats.org/drawingml/2006/main" name="Тема Offic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30677666_TF66687569" id="{8088A86A-5DE3-4754-A836-2A3C30D038B3}" vid="{7A96DF9F-A41C-4EE8-8C3F-8182B482B139}"/>
    </a:ext>
  </a:extLst>
</a:theme>
</file>

<file path=ppt/theme/theme2.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10" ma:contentTypeDescription="Create a new document." ma:contentTypeScope="" ma:versionID="e3b47856d4cf355c0dacb39e1084d14f">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845a615265fdb1f7b12cc65ac20ecbd"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element ref="ns2:MediaServiceAuto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7" nillable="true" ma:displayName="MediaServiceAutoTags" ma:internalName="MediaServiceAutoTag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A95DE24-D6C3-4A00-9085-D9594C193AE1}">
  <ds:schemaRefs>
    <ds:schemaRef ds:uri="http://schemas.microsoft.com/sharepoint/v3/contenttype/forms"/>
  </ds:schemaRefs>
</ds:datastoreItem>
</file>

<file path=customXml/itemProps2.xml><?xml version="1.0" encoding="utf-8"?>
<ds:datastoreItem xmlns:ds="http://schemas.openxmlformats.org/officeDocument/2006/customXml" ds:itemID="{F8992231-163D-4428-A2B8-DA1FE0274129}">
  <ds:schemaRefs>
    <ds:schemaRef ds:uri="http://purl.org/dc/terms/"/>
    <ds:schemaRef ds:uri="6dc4bcd6-49db-4c07-9060-8acfc67cef9f"/>
    <ds:schemaRef ds:uri="http://schemas.microsoft.com/office/infopath/2007/PartnerControls"/>
    <ds:schemaRef ds:uri="http://schemas.microsoft.com/office/2006/documentManagement/types"/>
    <ds:schemaRef ds:uri="http://purl.org/dc/elements/1.1/"/>
    <ds:schemaRef ds:uri="http://purl.org/dc/dcmitype/"/>
    <ds:schemaRef ds:uri="http://schemas.openxmlformats.org/package/2006/metadata/core-properties"/>
    <ds:schemaRef ds:uri="fb0879af-3eba-417a-a55a-ffe6dcd6ca77"/>
    <ds:schemaRef ds:uri="http://schemas.microsoft.com/sharepoint/v3"/>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6B67ACAB-C3DC-429D-A23C-0723C084FEE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Современная презентация (синее оформление)</Template>
  <TotalTime>0</TotalTime>
  <Words>527</Words>
  <Application>Microsoft Office PowerPoint</Application>
  <PresentationFormat>Широкоэкранный</PresentationFormat>
  <Paragraphs>92</Paragraphs>
  <Slides>14</Slides>
  <Notes>14</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14</vt:i4>
      </vt:variant>
    </vt:vector>
  </HeadingPairs>
  <TitlesOfParts>
    <vt:vector size="20" baseType="lpstr">
      <vt:lpstr>Arial</vt:lpstr>
      <vt:lpstr>Calibri</vt:lpstr>
      <vt:lpstr>Tahoma</vt:lpstr>
      <vt:lpstr>Trade Gothic LT Pro</vt:lpstr>
      <vt:lpstr>Trebuchet MS</vt:lpstr>
      <vt:lpstr>Тема Office</vt:lpstr>
      <vt:lpstr>Разработка модуля обработки групповых запросов Modbus в среде Owen Logic </vt:lpstr>
      <vt:lpstr>Цели и задачи работы</vt:lpstr>
      <vt:lpstr>Заголовок</vt:lpstr>
      <vt:lpstr>Заголовок</vt:lpstr>
      <vt:lpstr>Заголовок</vt:lpstr>
      <vt:lpstr>Заголовок раздела 01</vt:lpstr>
      <vt:lpstr>Заголовок</vt:lpstr>
      <vt:lpstr>Ограничения протоколов Modbus RTU и ASCII </vt:lpstr>
      <vt:lpstr>Диаграмма</vt:lpstr>
      <vt:lpstr>Заголовок раздела 02</vt:lpstr>
      <vt:lpstr>Проблема неэффективного опроса устройств  Последовательный опрос переменных приводит к значительным издержкам и ограничивает производительность системы КС1.</vt:lpstr>
      <vt:lpstr>Спасибо!</vt:lpstr>
      <vt:lpstr>Спасибо!</vt:lpstr>
      <vt:lpstr>Основные результаты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2025-11-29T16:02:20Z</dcterms:created>
  <dcterms:modified xsi:type="dcterms:W3CDTF">2025-11-29T20:37:53Z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0x010100DEEA25CC0A0AC24199CDC46C25B8B0BC</vt:lpwstr>
  </property>
</Properties>
</file>