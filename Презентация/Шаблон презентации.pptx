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4"/>
  </p:sldMasterIdLst>
  <p:notesMasterIdLst>
    <p:notesMasterId r:id="rId19"/>
  </p:notesMasterIdLst>
  <p:handoutMasterIdLst>
    <p:handoutMasterId r:id="rId20"/>
  </p:handoutMasterIdLst>
  <p:sldIdLst>
    <p:sldId id="256" r:id="rId5"/>
    <p:sldId id="257" r:id="rId6"/>
    <p:sldId id="260" r:id="rId7"/>
    <p:sldId id="258" r:id="rId8"/>
    <p:sldId id="261" r:id="rId9"/>
    <p:sldId id="262" r:id="rId10"/>
    <p:sldId id="283" r:id="rId11"/>
    <p:sldId id="264" r:id="rId12"/>
    <p:sldId id="266" r:id="rId13"/>
    <p:sldId id="284" r:id="rId14"/>
    <p:sldId id="267" r:id="rId15"/>
    <p:sldId id="269" r:id="rId16"/>
    <p:sldId id="268" r:id="rId17"/>
    <p:sldId id="285" r:id="rId18"/>
  </p:sldIdLst>
  <p:sldSz cx="12192000" cy="6858000"/>
  <p:notesSz cx="6858000" cy="9144000"/>
  <p:defaultTextStyle>
    <a:defPPr rtl="0">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03350"/>
    <a:srgbClr val="0C4360"/>
    <a:srgbClr val="1B6872"/>
    <a:srgbClr val="63B7C6"/>
    <a:srgbClr val="002136"/>
    <a:srgbClr val="0C75AC"/>
    <a:srgbClr val="0024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8" autoAdjust="0"/>
    <p:restoredTop sz="94660"/>
  </p:normalViewPr>
  <p:slideViewPr>
    <p:cSldViewPr snapToGrid="0">
      <p:cViewPr varScale="1">
        <p:scale>
          <a:sx n="85" d="100"/>
          <a:sy n="85" d="100"/>
        </p:scale>
        <p:origin x="1934" y="62"/>
      </p:cViewPr>
      <p:guideLst>
        <p:guide orient="horz" pos="2160"/>
        <p:guide pos="3840"/>
      </p:guideLst>
    </p:cSldViewPr>
  </p:slideViewPr>
  <p:notesTextViewPr>
    <p:cViewPr>
      <p:scale>
        <a:sx n="1" d="1"/>
        <a:sy n="1" d="1"/>
      </p:scale>
      <p:origin x="0" y="0"/>
    </p:cViewPr>
  </p:notesTextViewPr>
  <p:notesViewPr>
    <p:cSldViewPr snapToGrid="0">
      <p:cViewPr varScale="1">
        <p:scale>
          <a:sx n="89" d="100"/>
          <a:sy n="89" d="100"/>
        </p:scale>
        <p:origin x="2862"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_____Microsoft_Excel.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Ряд 1</c:v>
                </c:pt>
              </c:strCache>
            </c:strRef>
          </c:tx>
          <c:spPr>
            <a:solidFill>
              <a:schemeClr val="accent3"/>
            </a:solidFill>
            <a:ln>
              <a:noFill/>
            </a:ln>
            <a:effectLst/>
          </c:spPr>
          <c:invertIfNegative val="0"/>
          <c:dPt>
            <c:idx val="1"/>
            <c:invertIfNegative val="0"/>
            <c:bubble3D val="0"/>
            <c:spPr>
              <a:pattFill prst="ltUpDiag">
                <a:fgClr>
                  <a:schemeClr val="accent1">
                    <a:lumMod val="50000"/>
                  </a:schemeClr>
                </a:fgClr>
                <a:bgClr>
                  <a:schemeClr val="accent6"/>
                </a:bgClr>
              </a:pattFill>
              <a:ln w="12700">
                <a:solidFill>
                  <a:schemeClr val="accent6">
                    <a:lumMod val="60000"/>
                    <a:lumOff val="40000"/>
                  </a:schemeClr>
                </a:solidFill>
              </a:ln>
              <a:effectLst/>
            </c:spPr>
            <c:extLst>
              <c:ext xmlns:c16="http://schemas.microsoft.com/office/drawing/2014/chart" uri="{C3380CC4-5D6E-409C-BE32-E72D297353CC}">
                <c16:uniqueId val="{00000001-AEA3-42BD-B1B8-9E368E64ABCB}"/>
              </c:ext>
            </c:extLst>
          </c:dPt>
          <c:dPt>
            <c:idx val="2"/>
            <c:invertIfNegative val="0"/>
            <c:bubble3D val="0"/>
            <c:spPr>
              <a:pattFill prst="ltUpDiag">
                <a:fgClr>
                  <a:schemeClr val="accent1">
                    <a:lumMod val="50000"/>
                  </a:schemeClr>
                </a:fgClr>
                <a:bgClr>
                  <a:schemeClr val="accent3"/>
                </a:bgClr>
              </a:pattFill>
              <a:ln w="12700">
                <a:solidFill>
                  <a:schemeClr val="accent3">
                    <a:lumMod val="60000"/>
                    <a:lumOff val="40000"/>
                  </a:schemeClr>
                </a:solidFill>
              </a:ln>
              <a:effectLst/>
            </c:spPr>
            <c:extLst>
              <c:ext xmlns:c16="http://schemas.microsoft.com/office/drawing/2014/chart" uri="{C3380CC4-5D6E-409C-BE32-E72D297353CC}">
                <c16:uniqueId val="{00000003-AEA3-42BD-B1B8-9E368E64ABCB}"/>
              </c:ext>
            </c:extLst>
          </c:dPt>
          <c:dPt>
            <c:idx val="3"/>
            <c:invertIfNegative val="0"/>
            <c:bubble3D val="0"/>
            <c:spPr>
              <a:pattFill prst="ltUpDiag">
                <a:fgClr>
                  <a:schemeClr val="accent1">
                    <a:lumMod val="50000"/>
                  </a:schemeClr>
                </a:fgClr>
                <a:bgClr>
                  <a:schemeClr val="accent1">
                    <a:lumMod val="60000"/>
                    <a:lumOff val="40000"/>
                  </a:schemeClr>
                </a:bgClr>
              </a:pattFill>
              <a:ln w="12700">
                <a:solidFill>
                  <a:schemeClr val="accent1">
                    <a:lumMod val="40000"/>
                    <a:lumOff val="60000"/>
                  </a:schemeClr>
                </a:solidFill>
              </a:ln>
              <a:effectLst/>
            </c:spPr>
            <c:extLst>
              <c:ext xmlns:c16="http://schemas.microsoft.com/office/drawing/2014/chart" uri="{C3380CC4-5D6E-409C-BE32-E72D297353CC}">
                <c16:uniqueId val="{00000005-AEA3-42BD-B1B8-9E368E64ABCB}"/>
              </c:ext>
            </c:extLst>
          </c:dPt>
          <c:dPt>
            <c:idx val="4"/>
            <c:invertIfNegative val="0"/>
            <c:bubble3D val="0"/>
            <c:spPr>
              <a:pattFill prst="ltUpDiag">
                <a:fgClr>
                  <a:schemeClr val="accent1">
                    <a:lumMod val="50000"/>
                  </a:schemeClr>
                </a:fgClr>
                <a:bgClr>
                  <a:schemeClr val="accent2"/>
                </a:bgClr>
              </a:pattFill>
              <a:ln w="12700">
                <a:solidFill>
                  <a:schemeClr val="accent2">
                    <a:lumMod val="60000"/>
                    <a:lumOff val="40000"/>
                  </a:schemeClr>
                </a:solidFill>
              </a:ln>
              <a:effectLst/>
            </c:spPr>
            <c:extLst>
              <c:ext xmlns:c16="http://schemas.microsoft.com/office/drawing/2014/chart" uri="{C3380CC4-5D6E-409C-BE32-E72D297353CC}">
                <c16:uniqueId val="{00000007-AEA3-42BD-B1B8-9E368E64ABCB}"/>
              </c:ext>
            </c:extLst>
          </c:dPt>
          <c:cat>
            <c:strRef>
              <c:f>Sheet1!$A$2:$A$6</c:f>
              <c:strCache>
                <c:ptCount val="5"/>
                <c:pt idx="0">
                  <c:v>20ГГ</c:v>
                </c:pt>
                <c:pt idx="1">
                  <c:v>20ГГ</c:v>
                </c:pt>
                <c:pt idx="2">
                  <c:v>20ГГ</c:v>
                </c:pt>
                <c:pt idx="3">
                  <c:v>20ГГ</c:v>
                </c:pt>
                <c:pt idx="4">
                  <c:v>20ГГ</c:v>
                </c:pt>
              </c:strCache>
            </c:strRef>
          </c:cat>
          <c:val>
            <c:numRef>
              <c:f>Sheet1!$B$2:$B$6</c:f>
              <c:numCache>
                <c:formatCode>#,##0\ "₽"</c:formatCode>
                <c:ptCount val="5"/>
                <c:pt idx="0">
                  <c:v>0</c:v>
                </c:pt>
                <c:pt idx="1">
                  <c:v>6750</c:v>
                </c:pt>
                <c:pt idx="2">
                  <c:v>33750</c:v>
                </c:pt>
                <c:pt idx="3">
                  <c:v>135000</c:v>
                </c:pt>
                <c:pt idx="4">
                  <c:v>270000</c:v>
                </c:pt>
              </c:numCache>
            </c:numRef>
          </c:val>
          <c:extLst>
            <c:ext xmlns:c16="http://schemas.microsoft.com/office/drawing/2014/chart" uri="{C3380CC4-5D6E-409C-BE32-E72D297353CC}">
              <c16:uniqueId val="{00000008-AEA3-42BD-B1B8-9E368E64ABCB}"/>
            </c:ext>
          </c:extLst>
        </c:ser>
        <c:dLbls>
          <c:showLegendKey val="0"/>
          <c:showVal val="0"/>
          <c:showCatName val="0"/>
          <c:showSerName val="0"/>
          <c:showPercent val="0"/>
          <c:showBubbleSize val="0"/>
        </c:dLbls>
        <c:gapWidth val="24"/>
        <c:axId val="1000041416"/>
        <c:axId val="1000041744"/>
      </c:barChart>
      <c:catAx>
        <c:axId val="10000414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ru-RU"/>
          </a:p>
        </c:txPr>
        <c:crossAx val="1000041744"/>
        <c:crosses val="autoZero"/>
        <c:auto val="1"/>
        <c:lblAlgn val="ctr"/>
        <c:lblOffset val="100"/>
        <c:noMultiLvlLbl val="0"/>
      </c:catAx>
      <c:valAx>
        <c:axId val="1000041744"/>
        <c:scaling>
          <c:orientation val="minMax"/>
        </c:scaling>
        <c:delete val="0"/>
        <c:axPos val="l"/>
        <c:numFmt formatCode="#,##0\ &quot;₽&quot;"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ru-RU"/>
          </a:p>
        </c:txPr>
        <c:crossAx val="100004141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mn-lt"/>
        </a:defRPr>
      </a:pPr>
      <a:endParaRPr lang="ru-RU"/>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a:extLst>
              <a:ext uri="{FF2B5EF4-FFF2-40B4-BE49-F238E27FC236}">
                <a16:creationId xmlns:a16="http://schemas.microsoft.com/office/drawing/2014/main" id="{E62FF6B6-4F8A-40F7-B5F4-FC3996824D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ru-RU"/>
          </a:p>
        </p:txBody>
      </p:sp>
      <p:sp>
        <p:nvSpPr>
          <p:cNvPr id="3" name="Дата 2">
            <a:extLst>
              <a:ext uri="{FF2B5EF4-FFF2-40B4-BE49-F238E27FC236}">
                <a16:creationId xmlns:a16="http://schemas.microsoft.com/office/drawing/2014/main" id="{8910A999-F365-48DF-976A-0517FE045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35C963BE-E818-41F7-9555-4F4B742E98AE}" type="datetime1">
              <a:rPr lang="ru-RU" smtClean="0"/>
              <a:t>29.11.2025</a:t>
            </a:fld>
            <a:endParaRPr lang="ru-RU"/>
          </a:p>
        </p:txBody>
      </p:sp>
      <p:sp>
        <p:nvSpPr>
          <p:cNvPr id="4" name="Нижний колонтитул 3">
            <a:extLst>
              <a:ext uri="{FF2B5EF4-FFF2-40B4-BE49-F238E27FC236}">
                <a16:creationId xmlns:a16="http://schemas.microsoft.com/office/drawing/2014/main" id="{F8735C90-ADBF-4B9E-BE88-E1C8F83EB4D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ru-RU"/>
          </a:p>
        </p:txBody>
      </p:sp>
      <p:sp>
        <p:nvSpPr>
          <p:cNvPr id="5" name="Номер слайда 4">
            <a:extLst>
              <a:ext uri="{FF2B5EF4-FFF2-40B4-BE49-F238E27FC236}">
                <a16:creationId xmlns:a16="http://schemas.microsoft.com/office/drawing/2014/main" id="{82506A01-6D0A-45EF-A584-05A3361D66F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0831430A-4AA4-45C8-AC23-CD6B61C41A4C}" type="slidenum">
              <a:rPr lang="ru-RU" smtClean="0"/>
              <a:t>‹#›</a:t>
            </a:fld>
            <a:endParaRPr lang="ru-RU"/>
          </a:p>
        </p:txBody>
      </p:sp>
    </p:spTree>
    <p:extLst>
      <p:ext uri="{BB962C8B-B14F-4D97-AF65-F5344CB8AC3E}">
        <p14:creationId xmlns:p14="http://schemas.microsoft.com/office/powerpoint/2010/main" val="105990097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ru-RU" noProof="0"/>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15735222-6EEA-46CD-B936-E9E9D4B85411}" type="datetime1">
              <a:rPr lang="ru-RU" noProof="0" smtClean="0"/>
              <a:t>29.11.2025</a:t>
            </a:fld>
            <a:endParaRPr lang="ru-RU" noProof="0"/>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ru-RU" noProof="0"/>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ru-RU" noProof="0"/>
              <a:t>Образец текста</a:t>
            </a:r>
          </a:p>
          <a:p>
            <a:pPr lvl="1" rtl="0"/>
            <a:r>
              <a:rPr lang="ru-RU" noProof="0"/>
              <a:t>Второй уровень</a:t>
            </a:r>
          </a:p>
          <a:p>
            <a:pPr lvl="2" rtl="0"/>
            <a:r>
              <a:rPr lang="ru-RU" noProof="0"/>
              <a:t>Третий уровень</a:t>
            </a:r>
          </a:p>
          <a:p>
            <a:pPr lvl="3" rtl="0"/>
            <a:r>
              <a:rPr lang="ru-RU" noProof="0"/>
              <a:t>Четвертый уровень</a:t>
            </a:r>
          </a:p>
          <a:p>
            <a:pPr lvl="4" rtl="0"/>
            <a:r>
              <a:rPr lang="ru-RU" noProof="0"/>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ru-RU" noProof="0"/>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1734D747-9380-41EE-9946-EC9EC0CA5D1E}" type="slidenum">
              <a:rPr lang="ru-RU" noProof="0" smtClean="0"/>
              <a:t>‹#›</a:t>
            </a:fld>
            <a:endParaRPr lang="ru-RU" noProof="0"/>
          </a:p>
        </p:txBody>
      </p:sp>
    </p:spTree>
    <p:extLst>
      <p:ext uri="{BB962C8B-B14F-4D97-AF65-F5344CB8AC3E}">
        <p14:creationId xmlns:p14="http://schemas.microsoft.com/office/powerpoint/2010/main" val="3827727106"/>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rtlCol="0"/>
          <a:lstStyle/>
          <a:p>
            <a:pPr rtl="0"/>
            <a:endParaRPr lang="ru-RU"/>
          </a:p>
        </p:txBody>
      </p:sp>
      <p:sp>
        <p:nvSpPr>
          <p:cNvPr id="4" name="Номер слайда 3"/>
          <p:cNvSpPr>
            <a:spLocks noGrp="1"/>
          </p:cNvSpPr>
          <p:nvPr>
            <p:ph type="sldNum" sz="quarter" idx="5"/>
          </p:nvPr>
        </p:nvSpPr>
        <p:spPr/>
        <p:txBody>
          <a:bodyPr rtlCol="0"/>
          <a:lstStyle/>
          <a:p>
            <a:pPr rtl="0"/>
            <a:fld id="{1734D747-9380-41EE-9946-EC9EC0CA5D1E}" type="slidenum">
              <a:rPr lang="ru-RU" smtClean="0"/>
              <a:t>1</a:t>
            </a:fld>
            <a:endParaRPr lang="ru-RU"/>
          </a:p>
        </p:txBody>
      </p:sp>
    </p:spTree>
    <p:extLst>
      <p:ext uri="{BB962C8B-B14F-4D97-AF65-F5344CB8AC3E}">
        <p14:creationId xmlns:p14="http://schemas.microsoft.com/office/powerpoint/2010/main" val="42439355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rtlCol="0"/>
          <a:lstStyle/>
          <a:p>
            <a:pPr rtl="0"/>
            <a:endParaRPr lang="ru-RU"/>
          </a:p>
        </p:txBody>
      </p:sp>
      <p:sp>
        <p:nvSpPr>
          <p:cNvPr id="4" name="Номер слайда 3"/>
          <p:cNvSpPr>
            <a:spLocks noGrp="1"/>
          </p:cNvSpPr>
          <p:nvPr>
            <p:ph type="sldNum" sz="quarter" idx="5"/>
          </p:nvPr>
        </p:nvSpPr>
        <p:spPr/>
        <p:txBody>
          <a:bodyPr rtlCol="0"/>
          <a:lstStyle/>
          <a:p>
            <a:pPr rtl="0"/>
            <a:fld id="{1734D747-9380-41EE-9946-EC9EC0CA5D1E}" type="slidenum">
              <a:rPr lang="ru-RU" smtClean="0"/>
              <a:t>2</a:t>
            </a:fld>
            <a:endParaRPr lang="ru-RU"/>
          </a:p>
        </p:txBody>
      </p:sp>
    </p:spTree>
    <p:extLst>
      <p:ext uri="{BB962C8B-B14F-4D97-AF65-F5344CB8AC3E}">
        <p14:creationId xmlns:p14="http://schemas.microsoft.com/office/powerpoint/2010/main" val="226814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rtlCol="0"/>
          <a:lstStyle/>
          <a:p>
            <a:pPr rtl="0"/>
            <a:endParaRPr lang="ru-RU"/>
          </a:p>
        </p:txBody>
      </p:sp>
      <p:sp>
        <p:nvSpPr>
          <p:cNvPr id="4" name="Номер слайда 3"/>
          <p:cNvSpPr>
            <a:spLocks noGrp="1"/>
          </p:cNvSpPr>
          <p:nvPr>
            <p:ph type="sldNum" sz="quarter" idx="5"/>
          </p:nvPr>
        </p:nvSpPr>
        <p:spPr/>
        <p:txBody>
          <a:bodyPr rtlCol="0"/>
          <a:lstStyle/>
          <a:p>
            <a:pPr rtl="0"/>
            <a:fld id="{1734D747-9380-41EE-9946-EC9EC0CA5D1E}" type="slidenum">
              <a:rPr lang="ru-RU" smtClean="0"/>
              <a:t>3</a:t>
            </a:fld>
            <a:endParaRPr lang="ru-RU"/>
          </a:p>
        </p:txBody>
      </p:sp>
    </p:spTree>
    <p:extLst>
      <p:ext uri="{BB962C8B-B14F-4D97-AF65-F5344CB8AC3E}">
        <p14:creationId xmlns:p14="http://schemas.microsoft.com/office/powerpoint/2010/main" val="1450963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rtlCol="0"/>
          <a:lstStyle/>
          <a:p>
            <a:pPr rtl="0"/>
            <a:endParaRPr lang="ru-RU"/>
          </a:p>
        </p:txBody>
      </p:sp>
      <p:sp>
        <p:nvSpPr>
          <p:cNvPr id="4" name="Номер слайда 3"/>
          <p:cNvSpPr>
            <a:spLocks noGrp="1"/>
          </p:cNvSpPr>
          <p:nvPr>
            <p:ph type="sldNum" sz="quarter" idx="5"/>
          </p:nvPr>
        </p:nvSpPr>
        <p:spPr/>
        <p:txBody>
          <a:bodyPr rtlCol="0"/>
          <a:lstStyle/>
          <a:p>
            <a:pPr rtl="0"/>
            <a:fld id="{1734D747-9380-41EE-9946-EC9EC0CA5D1E}" type="slidenum">
              <a:rPr lang="ru-RU" smtClean="0"/>
              <a:t>4</a:t>
            </a:fld>
            <a:endParaRPr lang="ru-RU"/>
          </a:p>
        </p:txBody>
      </p:sp>
    </p:spTree>
    <p:extLst>
      <p:ext uri="{BB962C8B-B14F-4D97-AF65-F5344CB8AC3E}">
        <p14:creationId xmlns:p14="http://schemas.microsoft.com/office/powerpoint/2010/main" val="22235783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rtlCol="0"/>
          <a:lstStyle/>
          <a:p>
            <a:pPr rtl="0"/>
            <a:endParaRPr lang="ru-RU"/>
          </a:p>
        </p:txBody>
      </p:sp>
      <p:sp>
        <p:nvSpPr>
          <p:cNvPr id="4" name="Номер слайда 3"/>
          <p:cNvSpPr>
            <a:spLocks noGrp="1"/>
          </p:cNvSpPr>
          <p:nvPr>
            <p:ph type="sldNum" sz="quarter" idx="5"/>
          </p:nvPr>
        </p:nvSpPr>
        <p:spPr/>
        <p:txBody>
          <a:bodyPr rtlCol="0"/>
          <a:lstStyle/>
          <a:p>
            <a:pPr rtl="0"/>
            <a:fld id="{1734D747-9380-41EE-9946-EC9EC0CA5D1E}" type="slidenum">
              <a:rPr lang="ru-RU" smtClean="0"/>
              <a:t>5</a:t>
            </a:fld>
            <a:endParaRPr lang="ru-RU"/>
          </a:p>
        </p:txBody>
      </p:sp>
    </p:spTree>
    <p:extLst>
      <p:ext uri="{BB962C8B-B14F-4D97-AF65-F5344CB8AC3E}">
        <p14:creationId xmlns:p14="http://schemas.microsoft.com/office/powerpoint/2010/main" val="18411213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rtlCol="0"/>
          <a:lstStyle/>
          <a:p>
            <a:pPr rtl="0"/>
            <a:endParaRPr lang="ru-RU"/>
          </a:p>
        </p:txBody>
      </p:sp>
      <p:sp>
        <p:nvSpPr>
          <p:cNvPr id="4" name="Номер слайда 3"/>
          <p:cNvSpPr>
            <a:spLocks noGrp="1"/>
          </p:cNvSpPr>
          <p:nvPr>
            <p:ph type="sldNum" sz="quarter" idx="5"/>
          </p:nvPr>
        </p:nvSpPr>
        <p:spPr/>
        <p:txBody>
          <a:bodyPr rtlCol="0"/>
          <a:lstStyle/>
          <a:p>
            <a:pPr rtl="0"/>
            <a:fld id="{1734D747-9380-41EE-9946-EC9EC0CA5D1E}" type="slidenum">
              <a:rPr lang="ru-RU" smtClean="0"/>
              <a:t>6</a:t>
            </a:fld>
            <a:endParaRPr lang="ru-RU"/>
          </a:p>
        </p:txBody>
      </p:sp>
    </p:spTree>
    <p:extLst>
      <p:ext uri="{BB962C8B-B14F-4D97-AF65-F5344CB8AC3E}">
        <p14:creationId xmlns:p14="http://schemas.microsoft.com/office/powerpoint/2010/main" val="18025937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rtlCol="0"/>
          <a:lstStyle/>
          <a:p>
            <a:pPr rtl="0"/>
            <a:endParaRPr lang="ru-RU"/>
          </a:p>
        </p:txBody>
      </p:sp>
      <p:sp>
        <p:nvSpPr>
          <p:cNvPr id="4" name="Номер слайда 3"/>
          <p:cNvSpPr>
            <a:spLocks noGrp="1"/>
          </p:cNvSpPr>
          <p:nvPr>
            <p:ph type="sldNum" sz="quarter" idx="5"/>
          </p:nvPr>
        </p:nvSpPr>
        <p:spPr/>
        <p:txBody>
          <a:bodyPr rtlCol="0"/>
          <a:lstStyle/>
          <a:p>
            <a:pPr rtl="0"/>
            <a:fld id="{1734D747-9380-41EE-9946-EC9EC0CA5D1E}" type="slidenum">
              <a:rPr lang="ru-RU" smtClean="0"/>
              <a:t>7</a:t>
            </a:fld>
            <a:endParaRPr lang="ru-RU"/>
          </a:p>
        </p:txBody>
      </p:sp>
    </p:spTree>
    <p:extLst>
      <p:ext uri="{BB962C8B-B14F-4D97-AF65-F5344CB8AC3E}">
        <p14:creationId xmlns:p14="http://schemas.microsoft.com/office/powerpoint/2010/main" val="37994460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rtlCol="0"/>
          <a:lstStyle/>
          <a:p>
            <a:pPr rtl="0"/>
            <a:endParaRPr lang="ru-RU"/>
          </a:p>
        </p:txBody>
      </p:sp>
      <p:sp>
        <p:nvSpPr>
          <p:cNvPr id="4" name="Номер слайда 3"/>
          <p:cNvSpPr>
            <a:spLocks noGrp="1"/>
          </p:cNvSpPr>
          <p:nvPr>
            <p:ph type="sldNum" sz="quarter" idx="5"/>
          </p:nvPr>
        </p:nvSpPr>
        <p:spPr/>
        <p:txBody>
          <a:bodyPr rtlCol="0"/>
          <a:lstStyle/>
          <a:p>
            <a:pPr rtl="0"/>
            <a:fld id="{1734D747-9380-41EE-9946-EC9EC0CA5D1E}" type="slidenum">
              <a:rPr lang="ru-RU" smtClean="0"/>
              <a:t>8</a:t>
            </a:fld>
            <a:endParaRPr lang="ru-RU"/>
          </a:p>
        </p:txBody>
      </p:sp>
    </p:spTree>
    <p:extLst>
      <p:ext uri="{BB962C8B-B14F-4D97-AF65-F5344CB8AC3E}">
        <p14:creationId xmlns:p14="http://schemas.microsoft.com/office/powerpoint/2010/main" val="36582711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rtlCol="0"/>
          <a:lstStyle/>
          <a:p>
            <a:pPr rtl="0"/>
            <a:endParaRPr lang="ru-RU"/>
          </a:p>
        </p:txBody>
      </p:sp>
      <p:sp>
        <p:nvSpPr>
          <p:cNvPr id="4" name="Номер слайда 3"/>
          <p:cNvSpPr>
            <a:spLocks noGrp="1"/>
          </p:cNvSpPr>
          <p:nvPr>
            <p:ph type="sldNum" sz="quarter" idx="5"/>
          </p:nvPr>
        </p:nvSpPr>
        <p:spPr/>
        <p:txBody>
          <a:bodyPr rtlCol="0"/>
          <a:lstStyle/>
          <a:p>
            <a:pPr rtl="0"/>
            <a:fld id="{1734D747-9380-41EE-9946-EC9EC0CA5D1E}" type="slidenum">
              <a:rPr lang="ru-RU" smtClean="0"/>
              <a:t>9</a:t>
            </a:fld>
            <a:endParaRPr lang="ru-RU"/>
          </a:p>
        </p:txBody>
      </p:sp>
    </p:spTree>
    <p:extLst>
      <p:ext uri="{BB962C8B-B14F-4D97-AF65-F5344CB8AC3E}">
        <p14:creationId xmlns:p14="http://schemas.microsoft.com/office/powerpoint/2010/main" val="14277066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rtlCol="0"/>
          <a:lstStyle/>
          <a:p>
            <a:pPr rtl="0"/>
            <a:endParaRPr lang="ru-RU"/>
          </a:p>
        </p:txBody>
      </p:sp>
      <p:sp>
        <p:nvSpPr>
          <p:cNvPr id="4" name="Номер слайда 3"/>
          <p:cNvSpPr>
            <a:spLocks noGrp="1"/>
          </p:cNvSpPr>
          <p:nvPr>
            <p:ph type="sldNum" sz="quarter" idx="5"/>
          </p:nvPr>
        </p:nvSpPr>
        <p:spPr/>
        <p:txBody>
          <a:bodyPr rtlCol="0"/>
          <a:lstStyle/>
          <a:p>
            <a:pPr rtl="0"/>
            <a:fld id="{1734D747-9380-41EE-9946-EC9EC0CA5D1E}" type="slidenum">
              <a:rPr lang="ru-RU" smtClean="0"/>
              <a:t>10</a:t>
            </a:fld>
            <a:endParaRPr lang="ru-RU"/>
          </a:p>
        </p:txBody>
      </p:sp>
    </p:spTree>
    <p:extLst>
      <p:ext uri="{BB962C8B-B14F-4D97-AF65-F5344CB8AC3E}">
        <p14:creationId xmlns:p14="http://schemas.microsoft.com/office/powerpoint/2010/main" val="20024616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rtlCol="0"/>
          <a:lstStyle/>
          <a:p>
            <a:pPr rtl="0"/>
            <a:endParaRPr lang="ru-RU"/>
          </a:p>
        </p:txBody>
      </p:sp>
      <p:sp>
        <p:nvSpPr>
          <p:cNvPr id="4" name="Номер слайда 3"/>
          <p:cNvSpPr>
            <a:spLocks noGrp="1"/>
          </p:cNvSpPr>
          <p:nvPr>
            <p:ph type="sldNum" sz="quarter" idx="5"/>
          </p:nvPr>
        </p:nvSpPr>
        <p:spPr/>
        <p:txBody>
          <a:bodyPr rtlCol="0"/>
          <a:lstStyle/>
          <a:p>
            <a:pPr rtl="0"/>
            <a:fld id="{1734D747-9380-41EE-9946-EC9EC0CA5D1E}" type="slidenum">
              <a:rPr lang="ru-RU" smtClean="0"/>
              <a:t>11</a:t>
            </a:fld>
            <a:endParaRPr lang="ru-RU"/>
          </a:p>
        </p:txBody>
      </p:sp>
    </p:spTree>
    <p:extLst>
      <p:ext uri="{BB962C8B-B14F-4D97-AF65-F5344CB8AC3E}">
        <p14:creationId xmlns:p14="http://schemas.microsoft.com/office/powerpoint/2010/main" val="42526904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rtlCol="0"/>
          <a:lstStyle/>
          <a:p>
            <a:pPr rtl="0"/>
            <a:endParaRPr lang="ru-RU"/>
          </a:p>
        </p:txBody>
      </p:sp>
      <p:sp>
        <p:nvSpPr>
          <p:cNvPr id="4" name="Номер слайда 3"/>
          <p:cNvSpPr>
            <a:spLocks noGrp="1"/>
          </p:cNvSpPr>
          <p:nvPr>
            <p:ph type="sldNum" sz="quarter" idx="5"/>
          </p:nvPr>
        </p:nvSpPr>
        <p:spPr/>
        <p:txBody>
          <a:bodyPr rtlCol="0"/>
          <a:lstStyle/>
          <a:p>
            <a:pPr rtl="0"/>
            <a:fld id="{1734D747-9380-41EE-9946-EC9EC0CA5D1E}" type="slidenum">
              <a:rPr lang="ru-RU" smtClean="0"/>
              <a:t>12</a:t>
            </a:fld>
            <a:endParaRPr lang="ru-RU"/>
          </a:p>
        </p:txBody>
      </p:sp>
    </p:spTree>
    <p:extLst>
      <p:ext uri="{BB962C8B-B14F-4D97-AF65-F5344CB8AC3E}">
        <p14:creationId xmlns:p14="http://schemas.microsoft.com/office/powerpoint/2010/main" val="28851866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rtlCol="0"/>
          <a:lstStyle/>
          <a:p>
            <a:pPr rtl="0"/>
            <a:endParaRPr lang="ru-RU"/>
          </a:p>
        </p:txBody>
      </p:sp>
      <p:sp>
        <p:nvSpPr>
          <p:cNvPr id="4" name="Номер слайда 3"/>
          <p:cNvSpPr>
            <a:spLocks noGrp="1"/>
          </p:cNvSpPr>
          <p:nvPr>
            <p:ph type="sldNum" sz="quarter" idx="5"/>
          </p:nvPr>
        </p:nvSpPr>
        <p:spPr/>
        <p:txBody>
          <a:bodyPr rtlCol="0"/>
          <a:lstStyle/>
          <a:p>
            <a:pPr rtl="0"/>
            <a:fld id="{1734D747-9380-41EE-9946-EC9EC0CA5D1E}" type="slidenum">
              <a:rPr lang="ru-RU" smtClean="0"/>
              <a:t>13</a:t>
            </a:fld>
            <a:endParaRPr lang="ru-RU"/>
          </a:p>
        </p:txBody>
      </p:sp>
    </p:spTree>
    <p:extLst>
      <p:ext uri="{BB962C8B-B14F-4D97-AF65-F5344CB8AC3E}">
        <p14:creationId xmlns:p14="http://schemas.microsoft.com/office/powerpoint/2010/main" val="1477831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rtlCol="0"/>
          <a:lstStyle/>
          <a:p>
            <a:pPr rtl="0"/>
            <a:endParaRPr lang="ru-RU"/>
          </a:p>
        </p:txBody>
      </p:sp>
      <p:sp>
        <p:nvSpPr>
          <p:cNvPr id="4" name="Номер слайда 3"/>
          <p:cNvSpPr>
            <a:spLocks noGrp="1"/>
          </p:cNvSpPr>
          <p:nvPr>
            <p:ph type="sldNum" sz="quarter" idx="5"/>
          </p:nvPr>
        </p:nvSpPr>
        <p:spPr/>
        <p:txBody>
          <a:bodyPr rtlCol="0"/>
          <a:lstStyle/>
          <a:p>
            <a:pPr rtl="0"/>
            <a:fld id="{1734D747-9380-41EE-9946-EC9EC0CA5D1E}" type="slidenum">
              <a:rPr lang="ru-RU" smtClean="0"/>
              <a:t>14</a:t>
            </a:fld>
            <a:endParaRPr lang="ru-RU"/>
          </a:p>
        </p:txBody>
      </p:sp>
    </p:spTree>
    <p:extLst>
      <p:ext uri="{BB962C8B-B14F-4D97-AF65-F5344CB8AC3E}">
        <p14:creationId xmlns:p14="http://schemas.microsoft.com/office/powerpoint/2010/main" val="42025736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1" name="Прямоугольник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grpSp>
        <p:nvGrpSpPr>
          <p:cNvPr id="7" name="Группа 6">
            <a:extLst>
              <a:ext uri="{FF2B5EF4-FFF2-40B4-BE49-F238E27FC236}">
                <a16:creationId xmlns:a16="http://schemas.microsoft.com/office/drawing/2014/main" id="{4CA15AFD-4983-47DD-9ED0-D3B27E5A096F}"/>
              </a:ext>
            </a:extLst>
          </p:cNvPr>
          <p:cNvGrpSpPr/>
          <p:nvPr userDrawn="1"/>
        </p:nvGrpSpPr>
        <p:grpSpPr>
          <a:xfrm>
            <a:off x="-1604709" y="-3756"/>
            <a:ext cx="13796710" cy="6861756"/>
            <a:chOff x="-1604709" y="-3756"/>
            <a:chExt cx="13796710" cy="6861756"/>
          </a:xfrm>
        </p:grpSpPr>
        <p:grpSp>
          <p:nvGrpSpPr>
            <p:cNvPr id="8" name="Группа 7">
              <a:extLst>
                <a:ext uri="{FF2B5EF4-FFF2-40B4-BE49-F238E27FC236}">
                  <a16:creationId xmlns:a16="http://schemas.microsoft.com/office/drawing/2014/main" id="{2222D5E2-E9B4-4180-98B8-4E514C9ADB28}"/>
                </a:ext>
              </a:extLst>
            </p:cNvPr>
            <p:cNvGrpSpPr/>
            <p:nvPr/>
          </p:nvGrpSpPr>
          <p:grpSpPr>
            <a:xfrm>
              <a:off x="-16298" y="0"/>
              <a:ext cx="12208299" cy="6858000"/>
              <a:chOff x="-16298" y="0"/>
              <a:chExt cx="12208299" cy="6858000"/>
            </a:xfrm>
          </p:grpSpPr>
          <p:sp>
            <p:nvSpPr>
              <p:cNvPr id="15" name="Полилиния: фигура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16" name="Полилиния: фигура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17" name="Прямоугольный треугольник 16">
                <a:extLst>
                  <a:ext uri="{FF2B5EF4-FFF2-40B4-BE49-F238E27FC236}">
                    <a16:creationId xmlns:a16="http://schemas.microsoft.com/office/drawing/2014/main" id="{8DCD5806-2A2F-4ABF-8057-245681C498E6}"/>
                  </a:ext>
                </a:extLst>
              </p:cNvPr>
              <p:cNvSpPr/>
              <p:nvPr/>
            </p:nvSpPr>
            <p:spPr>
              <a:xfrm rot="16200000" flipH="1" flipV="1">
                <a:off x="24625" y="-4746"/>
                <a:ext cx="2819399" cy="2828891"/>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18" name="Прямоугольный треугольник 17">
                <a:extLst>
                  <a:ext uri="{FF2B5EF4-FFF2-40B4-BE49-F238E27FC236}">
                    <a16:creationId xmlns:a16="http://schemas.microsoft.com/office/drawing/2014/main" id="{3A93038F-E9E4-4FFD-B3DF-28DB7C2C1490}"/>
                  </a:ext>
                </a:extLst>
              </p:cNvPr>
              <p:cNvSpPr/>
              <p:nvPr/>
            </p:nvSpPr>
            <p:spPr>
              <a:xfrm rot="16200000" flipH="1" flipV="1">
                <a:off x="4418" y="-4422"/>
                <a:ext cx="2627088" cy="263593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19" name="Прямоугольный треугольник 18">
                <a:extLst>
                  <a:ext uri="{FF2B5EF4-FFF2-40B4-BE49-F238E27FC236}">
                    <a16:creationId xmlns:a16="http://schemas.microsoft.com/office/drawing/2014/main" id="{5DEA1E02-BBD0-4AE3-AF22-433B90272178}"/>
                  </a:ext>
                </a:extLst>
              </p:cNvPr>
              <p:cNvSpPr/>
              <p:nvPr/>
            </p:nvSpPr>
            <p:spPr>
              <a:xfrm rot="16200000" flipH="1" flipV="1">
                <a:off x="-12263" y="-4034"/>
                <a:ext cx="2397087" cy="2405158"/>
              </a:xfrm>
              <a:prstGeom prst="rtTriangle">
                <a:avLst/>
              </a:prstGeom>
              <a:solidFill>
                <a:schemeClr val="accent2">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20" name="Полилиния: Фигура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grpSp>
        <p:sp>
          <p:nvSpPr>
            <p:cNvPr id="9" name="Полилиния: Фигура 12">
              <a:extLst>
                <a:ext uri="{FF2B5EF4-FFF2-40B4-BE49-F238E27FC236}">
                  <a16:creationId xmlns:a16="http://schemas.microsoft.com/office/drawing/2014/main" id="{E3AAB79D-382D-4A95-965E-526B6A681DA7}"/>
                </a:ext>
              </a:extLst>
            </p:cNvPr>
            <p:cNvSpPr/>
            <p:nvPr/>
          </p:nvSpPr>
          <p:spPr>
            <a:xfrm rot="18900000" flipH="1">
              <a:off x="-1604709" y="1397837"/>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10" name="Полилиния: Фигура 9">
              <a:extLst>
                <a:ext uri="{FF2B5EF4-FFF2-40B4-BE49-F238E27FC236}">
                  <a16:creationId xmlns:a16="http://schemas.microsoft.com/office/drawing/2014/main" id="{C0A22127-2B4A-4B15-B0A9-F019A30347A1}"/>
                </a:ext>
              </a:extLst>
            </p:cNvPr>
            <p:cNvSpPr/>
            <p:nvPr/>
          </p:nvSpPr>
          <p:spPr>
            <a:xfrm rot="18900000">
              <a:off x="-861777" y="-3756"/>
              <a:ext cx="2676646" cy="1356876"/>
            </a:xfrm>
            <a:custGeom>
              <a:avLst/>
              <a:gdLst>
                <a:gd name="connsiteX0" fmla="*/ 1319770 w 2676646"/>
                <a:gd name="connsiteY0" fmla="*/ 0 h 1356876"/>
                <a:gd name="connsiteX1" fmla="*/ 2676646 w 2676646"/>
                <a:gd name="connsiteY1" fmla="*/ 1356876 h 1356876"/>
                <a:gd name="connsiteX2" fmla="*/ 0 w 2676646"/>
                <a:gd name="connsiteY2" fmla="*/ 1356876 h 1356876"/>
                <a:gd name="connsiteX3" fmla="*/ 0 w 2676646"/>
                <a:gd name="connsiteY3" fmla="*/ 1319770 h 1356876"/>
              </a:gdLst>
              <a:ahLst/>
              <a:cxnLst>
                <a:cxn ang="0">
                  <a:pos x="connsiteX0" y="connsiteY0"/>
                </a:cxn>
                <a:cxn ang="0">
                  <a:pos x="connsiteX1" y="connsiteY1"/>
                </a:cxn>
                <a:cxn ang="0">
                  <a:pos x="connsiteX2" y="connsiteY2"/>
                </a:cxn>
                <a:cxn ang="0">
                  <a:pos x="connsiteX3" y="connsiteY3"/>
                </a:cxn>
              </a:cxnLst>
              <a:rect l="l" t="t" r="r" b="b"/>
              <a:pathLst>
                <a:path w="2676646" h="1356876">
                  <a:moveTo>
                    <a:pt x="1319770" y="0"/>
                  </a:moveTo>
                  <a:lnTo>
                    <a:pt x="2676646" y="1356876"/>
                  </a:lnTo>
                  <a:lnTo>
                    <a:pt x="0" y="1356876"/>
                  </a:lnTo>
                  <a:lnTo>
                    <a:pt x="0" y="1319770"/>
                  </a:lnTo>
                  <a:close/>
                </a:path>
              </a:pathLst>
            </a:custGeom>
            <a:pattFill prst="wdUpDiag">
              <a:fgClr>
                <a:schemeClr val="accent2"/>
              </a:fgClr>
              <a:bgClr>
                <a:schemeClr val="accent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ru-RU" noProof="0"/>
            </a:p>
          </p:txBody>
        </p:sp>
        <p:sp>
          <p:nvSpPr>
            <p:cNvPr id="11" name="Полилиния: Фигура 12">
              <a:extLst>
                <a:ext uri="{FF2B5EF4-FFF2-40B4-BE49-F238E27FC236}">
                  <a16:creationId xmlns:a16="http://schemas.microsoft.com/office/drawing/2014/main" id="{F04D9FDC-1B67-4254-9535-CD32E81F0C3E}"/>
                </a:ext>
              </a:extLst>
            </p:cNvPr>
            <p:cNvSpPr/>
            <p:nvPr/>
          </p:nvSpPr>
          <p:spPr>
            <a:xfrm rot="13500000">
              <a:off x="-1226102" y="1737462"/>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grpSp>
          <p:nvGrpSpPr>
            <p:cNvPr id="12" name="Группа 11">
              <a:extLst>
                <a:ext uri="{FF2B5EF4-FFF2-40B4-BE49-F238E27FC236}">
                  <a16:creationId xmlns:a16="http://schemas.microsoft.com/office/drawing/2014/main" id="{0A86C4EA-4CF8-4531-845D-4FCB1E2F7422}"/>
                </a:ext>
              </a:extLst>
            </p:cNvPr>
            <p:cNvGrpSpPr/>
            <p:nvPr/>
          </p:nvGrpSpPr>
          <p:grpSpPr>
            <a:xfrm>
              <a:off x="-760406" y="4672937"/>
              <a:ext cx="1520812" cy="1520812"/>
              <a:chOff x="-1604709" y="3012880"/>
              <a:chExt cx="3211378" cy="3211378"/>
            </a:xfrm>
          </p:grpSpPr>
          <p:sp>
            <p:nvSpPr>
              <p:cNvPr id="13" name="Полилиния: Фигура 12">
                <a:extLst>
                  <a:ext uri="{FF2B5EF4-FFF2-40B4-BE49-F238E27FC236}">
                    <a16:creationId xmlns:a16="http://schemas.microsoft.com/office/drawing/2014/main" id="{1101B195-C112-4D20-8D19-4D22479B150D}"/>
                  </a:ext>
                </a:extLst>
              </p:cNvPr>
              <p:cNvSpPr/>
              <p:nvPr/>
            </p:nvSpPr>
            <p:spPr>
              <a:xfrm rot="18900000" flipH="1">
                <a:off x="-1604709" y="3012880"/>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14" name="Полилиния: Фигура 12">
                <a:extLst>
                  <a:ext uri="{FF2B5EF4-FFF2-40B4-BE49-F238E27FC236}">
                    <a16:creationId xmlns:a16="http://schemas.microsoft.com/office/drawing/2014/main" id="{CA755F1F-9955-4CBB-8F34-F7801CA44CE7}"/>
                  </a:ext>
                </a:extLst>
              </p:cNvPr>
              <p:cNvSpPr/>
              <p:nvPr/>
            </p:nvSpPr>
            <p:spPr>
              <a:xfrm rot="13500000">
                <a:off x="-1226102" y="3352505"/>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grpSp>
      </p:grpSp>
      <p:sp>
        <p:nvSpPr>
          <p:cNvPr id="2" name="Заголовок 1">
            <a:extLst>
              <a:ext uri="{FF2B5EF4-FFF2-40B4-BE49-F238E27FC236}">
                <a16:creationId xmlns:a16="http://schemas.microsoft.com/office/drawing/2014/main" id="{9E597736-C478-4C26-9BAF-205FE31E977C}"/>
              </a:ext>
            </a:extLst>
          </p:cNvPr>
          <p:cNvSpPr>
            <a:spLocks noGrp="1"/>
          </p:cNvSpPr>
          <p:nvPr>
            <p:ph type="ctrTitle" hasCustomPrompt="1"/>
          </p:nvPr>
        </p:nvSpPr>
        <p:spPr>
          <a:xfrm>
            <a:off x="2761488" y="2395728"/>
            <a:ext cx="7077456" cy="1243584"/>
          </a:xfrm>
        </p:spPr>
        <p:txBody>
          <a:bodyPr vert="horz" lIns="91440" tIns="45720" rIns="91440" bIns="45720" rtlCol="0" anchor="b">
            <a:noAutofit/>
          </a:bodyPr>
          <a:lstStyle>
            <a:lvl1pPr>
              <a:defRPr lang="en-GB" sz="6600" b="1" dirty="0">
                <a:solidFill>
                  <a:schemeClr val="accent2"/>
                </a:solidFill>
                <a:latin typeface="+mj-lt"/>
                <a:ea typeface="Tahoma" panose="020B0604030504040204" pitchFamily="34" charset="0"/>
                <a:cs typeface="Tahoma" panose="020B0604030504040204" pitchFamily="34" charset="0"/>
              </a:defRPr>
            </a:lvl1pPr>
          </a:lstStyle>
          <a:p>
            <a:pPr lvl="0" rtl="0"/>
            <a:r>
              <a:rPr lang="ru-RU" noProof="0"/>
              <a:t>ЗАГОЛОВОК</a:t>
            </a:r>
          </a:p>
        </p:txBody>
      </p:sp>
      <p:sp>
        <p:nvSpPr>
          <p:cNvPr id="3" name="Подзаголовок 2">
            <a:extLst>
              <a:ext uri="{FF2B5EF4-FFF2-40B4-BE49-F238E27FC236}">
                <a16:creationId xmlns:a16="http://schemas.microsoft.com/office/drawing/2014/main" id="{C3D2DEF0-A0B0-4CFE-B67D-A9D75E2368DC}"/>
              </a:ext>
            </a:extLst>
          </p:cNvPr>
          <p:cNvSpPr>
            <a:spLocks noGrp="1"/>
          </p:cNvSpPr>
          <p:nvPr>
            <p:ph type="subTitle" idx="1"/>
          </p:nvPr>
        </p:nvSpPr>
        <p:spPr>
          <a:xfrm>
            <a:off x="2761488" y="3721608"/>
            <a:ext cx="7077456" cy="868680"/>
          </a:xfrm>
        </p:spPr>
        <p:txBody>
          <a:bodyPr vert="horz" lIns="91440" tIns="45720" rIns="91440" bIns="45720" rtlCol="0">
            <a:normAutofit/>
          </a:bodyPr>
          <a:lstStyle>
            <a:lvl1pPr marL="0" indent="0">
              <a:buNone/>
              <a:defRPr lang="en-GB" sz="1800" spc="300" dirty="0">
                <a:solidFill>
                  <a:schemeClr val="bg1"/>
                </a:solidFill>
                <a:latin typeface="+mn-lt"/>
                <a:cs typeface="Arial" panose="020B0604020202020204" pitchFamily="34" charset="0"/>
              </a:defRPr>
            </a:lvl1pPr>
          </a:lstStyle>
          <a:p>
            <a:pPr marL="228600" lvl="0" indent="-228600" rtl="0"/>
            <a:r>
              <a:rPr lang="ru-RU" noProof="0" smtClean="0"/>
              <a:t>Образец подзаголовка</a:t>
            </a:r>
            <a:endParaRPr lang="ru-RU" noProof="0"/>
          </a:p>
        </p:txBody>
      </p:sp>
    </p:spTree>
    <p:extLst>
      <p:ext uri="{BB962C8B-B14F-4D97-AF65-F5344CB8AC3E}">
        <p14:creationId xmlns:p14="http://schemas.microsoft.com/office/powerpoint/2010/main" val="436959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Заголовок раздела">
    <p:spTree>
      <p:nvGrpSpPr>
        <p:cNvPr id="1" name=""/>
        <p:cNvGrpSpPr/>
        <p:nvPr/>
      </p:nvGrpSpPr>
      <p:grpSpPr>
        <a:xfrm>
          <a:off x="0" y="0"/>
          <a:ext cx="0" cy="0"/>
          <a:chOff x="0" y="0"/>
          <a:chExt cx="0" cy="0"/>
        </a:xfrm>
      </p:grpSpPr>
      <p:sp>
        <p:nvSpPr>
          <p:cNvPr id="7" name="Прямоугольник 6">
            <a:extLst>
              <a:ext uri="{FF2B5EF4-FFF2-40B4-BE49-F238E27FC236}">
                <a16:creationId xmlns:a16="http://schemas.microsoft.com/office/drawing/2014/main" id="{B2838D16-809E-4EB1-8C0C-0E63D8139112}"/>
              </a:ext>
            </a:extLst>
          </p:cNvPr>
          <p:cNvSpPr/>
          <p:nvPr userDrawn="1"/>
        </p:nvSpPr>
        <p:spPr>
          <a:xfrm>
            <a:off x="0" y="0"/>
            <a:ext cx="12192000" cy="6858000"/>
          </a:xfrm>
          <a:prstGeom prst="rect">
            <a:avLst/>
          </a:prstGeom>
          <a:solidFill>
            <a:srgbClr val="0C43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8" name="Полилиния: Фигура 7">
            <a:extLst>
              <a:ext uri="{FF2B5EF4-FFF2-40B4-BE49-F238E27FC236}">
                <a16:creationId xmlns:a16="http://schemas.microsoft.com/office/drawing/2014/main" id="{01FEB333-94B4-4E53-9019-D584810903BB}"/>
              </a:ext>
            </a:extLst>
          </p:cNvPr>
          <p:cNvSpPr/>
          <p:nvPr userDrawn="1"/>
        </p:nvSpPr>
        <p:spPr>
          <a:xfrm>
            <a:off x="0" y="0"/>
            <a:ext cx="12192000" cy="6862745"/>
          </a:xfrm>
          <a:custGeom>
            <a:avLst/>
            <a:gdLst>
              <a:gd name="connsiteX0" fmla="*/ 0 w 12192000"/>
              <a:gd name="connsiteY0" fmla="*/ 0 h 6849743"/>
              <a:gd name="connsiteX1" fmla="*/ 7554712 w 12192000"/>
              <a:gd name="connsiteY1" fmla="*/ 0 h 6849743"/>
              <a:gd name="connsiteX2" fmla="*/ 10266645 w 12192000"/>
              <a:gd name="connsiteY2" fmla="*/ 2711934 h 6849743"/>
              <a:gd name="connsiteX3" fmla="*/ 11289529 w 12192000"/>
              <a:gd name="connsiteY3" fmla="*/ 2711934 h 6849743"/>
              <a:gd name="connsiteX4" fmla="*/ 12191999 w 12192000"/>
              <a:gd name="connsiteY4" fmla="*/ 3614404 h 6849743"/>
              <a:gd name="connsiteX5" fmla="*/ 12192000 w 12192000"/>
              <a:gd name="connsiteY5" fmla="*/ 6849743 h 6849743"/>
              <a:gd name="connsiteX6" fmla="*/ 0 w 12192000"/>
              <a:gd name="connsiteY6" fmla="*/ 6849743 h 6849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49743">
                <a:moveTo>
                  <a:pt x="0" y="0"/>
                </a:moveTo>
                <a:lnTo>
                  <a:pt x="7554712" y="0"/>
                </a:lnTo>
                <a:lnTo>
                  <a:pt x="10266645" y="2711934"/>
                </a:lnTo>
                <a:lnTo>
                  <a:pt x="11289529" y="2711934"/>
                </a:lnTo>
                <a:lnTo>
                  <a:pt x="12191999" y="3614404"/>
                </a:lnTo>
                <a:lnTo>
                  <a:pt x="12192000" y="6849743"/>
                </a:lnTo>
                <a:lnTo>
                  <a:pt x="0" y="6849743"/>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9" name="Полилиния: Фигура 8">
            <a:extLst>
              <a:ext uri="{FF2B5EF4-FFF2-40B4-BE49-F238E27FC236}">
                <a16:creationId xmlns:a16="http://schemas.microsoft.com/office/drawing/2014/main" id="{A59B9489-0CD9-4DB7-AC82-6E7867F91403}"/>
              </a:ext>
            </a:extLst>
          </p:cNvPr>
          <p:cNvSpPr/>
          <p:nvPr userDrawn="1"/>
        </p:nvSpPr>
        <p:spPr>
          <a:xfrm rot="16200000" flipV="1">
            <a:off x="2626805"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10" name="Прямоугольный треугольник 9">
            <a:extLst>
              <a:ext uri="{FF2B5EF4-FFF2-40B4-BE49-F238E27FC236}">
                <a16:creationId xmlns:a16="http://schemas.microsoft.com/office/drawing/2014/main" id="{A55D1C76-C591-4FA5-9780-87AB6B37C0FA}"/>
              </a:ext>
            </a:extLst>
          </p:cNvPr>
          <p:cNvSpPr/>
          <p:nvPr userDrawn="1"/>
        </p:nvSpPr>
        <p:spPr>
          <a:xfrm rot="5400000" flipV="1">
            <a:off x="5851010" y="-10649"/>
            <a:ext cx="6326154" cy="634745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11" name="Полилиния: Фигура 10">
            <a:extLst>
              <a:ext uri="{FF2B5EF4-FFF2-40B4-BE49-F238E27FC236}">
                <a16:creationId xmlns:a16="http://schemas.microsoft.com/office/drawing/2014/main" id="{A7DC1D12-670F-4235-8791-FA8C2B330871}"/>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12" name="Полилиния: Фигура 11">
            <a:extLst>
              <a:ext uri="{FF2B5EF4-FFF2-40B4-BE49-F238E27FC236}">
                <a16:creationId xmlns:a16="http://schemas.microsoft.com/office/drawing/2014/main" id="{859569CF-FDAC-47C4-A0F5-296F7117C398}"/>
              </a:ext>
            </a:extLst>
          </p:cNvPr>
          <p:cNvSpPr/>
          <p:nvPr userDrawn="1"/>
        </p:nvSpPr>
        <p:spPr>
          <a:xfrm rot="2700000">
            <a:off x="9668984" y="1404392"/>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ru-RU" noProof="0"/>
          </a:p>
        </p:txBody>
      </p:sp>
      <p:sp>
        <p:nvSpPr>
          <p:cNvPr id="13" name="Полилиния: Фигура 12">
            <a:extLst>
              <a:ext uri="{FF2B5EF4-FFF2-40B4-BE49-F238E27FC236}">
                <a16:creationId xmlns:a16="http://schemas.microsoft.com/office/drawing/2014/main" id="{D68D0C72-2B2C-4C85-A091-157853C71784}"/>
              </a:ext>
            </a:extLst>
          </p:cNvPr>
          <p:cNvSpPr/>
          <p:nvPr userDrawn="1"/>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ru-RU" noProof="0"/>
          </a:p>
        </p:txBody>
      </p:sp>
      <p:sp>
        <p:nvSpPr>
          <p:cNvPr id="14" name="Полилиния: Фигура 13">
            <a:extLst>
              <a:ext uri="{FF2B5EF4-FFF2-40B4-BE49-F238E27FC236}">
                <a16:creationId xmlns:a16="http://schemas.microsoft.com/office/drawing/2014/main" id="{8E25334A-5FE3-4DDA-8D32-4796CCFCAA74}"/>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ru-RU" noProof="0"/>
          </a:p>
        </p:txBody>
      </p:sp>
      <p:sp>
        <p:nvSpPr>
          <p:cNvPr id="15" name="Полилиния: Фигура 14">
            <a:extLst>
              <a:ext uri="{FF2B5EF4-FFF2-40B4-BE49-F238E27FC236}">
                <a16:creationId xmlns:a16="http://schemas.microsoft.com/office/drawing/2014/main" id="{18818DF1-D7FD-4C0F-875D-7A07E8F75C06}"/>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ru-RU" noProof="0"/>
          </a:p>
        </p:txBody>
      </p:sp>
      <p:grpSp>
        <p:nvGrpSpPr>
          <p:cNvPr id="16" name="Группа 15">
            <a:extLst>
              <a:ext uri="{FF2B5EF4-FFF2-40B4-BE49-F238E27FC236}">
                <a16:creationId xmlns:a16="http://schemas.microsoft.com/office/drawing/2014/main" id="{8F9BB384-9E14-4CEA-82C1-21837229D3EF}"/>
              </a:ext>
            </a:extLst>
          </p:cNvPr>
          <p:cNvGrpSpPr/>
          <p:nvPr userDrawn="1"/>
        </p:nvGrpSpPr>
        <p:grpSpPr>
          <a:xfrm rot="16200000">
            <a:off x="431651" y="-917359"/>
            <a:ext cx="1532001" cy="1826463"/>
            <a:chOff x="10800164" y="7142066"/>
            <a:chExt cx="2775293" cy="3308724"/>
          </a:xfrm>
        </p:grpSpPr>
        <p:sp>
          <p:nvSpPr>
            <p:cNvPr id="17" name="Полилиния: Фигура 16">
              <a:extLst>
                <a:ext uri="{FF2B5EF4-FFF2-40B4-BE49-F238E27FC236}">
                  <a16:creationId xmlns:a16="http://schemas.microsoft.com/office/drawing/2014/main" id="{0862A81A-959D-4EAB-90ED-DB20759BB397}"/>
                </a:ext>
              </a:extLst>
            </p:cNvPr>
            <p:cNvSpPr/>
            <p:nvPr/>
          </p:nvSpPr>
          <p:spPr>
            <a:xfrm rot="2700000">
              <a:off x="10800164" y="7675497"/>
              <a:ext cx="2775293"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18" name="Полилиния: Фигура 17">
              <a:extLst>
                <a:ext uri="{FF2B5EF4-FFF2-40B4-BE49-F238E27FC236}">
                  <a16:creationId xmlns:a16="http://schemas.microsoft.com/office/drawing/2014/main" id="{AAB9E28C-9422-42BD-AECE-29B44B5D63E2}"/>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grpSp>
      <p:grpSp>
        <p:nvGrpSpPr>
          <p:cNvPr id="19" name="Группа 18">
            <a:extLst>
              <a:ext uri="{FF2B5EF4-FFF2-40B4-BE49-F238E27FC236}">
                <a16:creationId xmlns:a16="http://schemas.microsoft.com/office/drawing/2014/main" id="{2772239B-C46D-4458-BB4B-DDB12FAB0172}"/>
              </a:ext>
            </a:extLst>
          </p:cNvPr>
          <p:cNvGrpSpPr/>
          <p:nvPr userDrawn="1"/>
        </p:nvGrpSpPr>
        <p:grpSpPr>
          <a:xfrm rot="16200000">
            <a:off x="1992859" y="-497210"/>
            <a:ext cx="818398" cy="986162"/>
            <a:chOff x="10945855" y="7317026"/>
            <a:chExt cx="2483924" cy="2993104"/>
          </a:xfrm>
        </p:grpSpPr>
        <p:sp>
          <p:nvSpPr>
            <p:cNvPr id="20" name="Полилиния: Фигура 19">
              <a:extLst>
                <a:ext uri="{FF2B5EF4-FFF2-40B4-BE49-F238E27FC236}">
                  <a16:creationId xmlns:a16="http://schemas.microsoft.com/office/drawing/2014/main" id="{3C8A2A1A-1FB9-4CA1-B74E-B293187E51AA}"/>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21" name="Полилиния: Фигура 20">
              <a:extLst>
                <a:ext uri="{FF2B5EF4-FFF2-40B4-BE49-F238E27FC236}">
                  <a16:creationId xmlns:a16="http://schemas.microsoft.com/office/drawing/2014/main" id="{DF2B18BA-6B43-40FA-A23B-D894D6AB468B}"/>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grpSp>
      <p:sp>
        <p:nvSpPr>
          <p:cNvPr id="3" name="Текст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rtl="0"/>
            <a:r>
              <a:rPr lang="ru-RU" noProof="0" smtClean="0"/>
              <a:t>Образец текста</a:t>
            </a:r>
          </a:p>
        </p:txBody>
      </p:sp>
      <p:sp>
        <p:nvSpPr>
          <p:cNvPr id="22" name="Номер слайда 4">
            <a:extLst>
              <a:ext uri="{FF2B5EF4-FFF2-40B4-BE49-F238E27FC236}">
                <a16:creationId xmlns:a16="http://schemas.microsoft.com/office/drawing/2014/main" id="{0F332671-6296-47C8-BF26-B2D962F5D03D}"/>
              </a:ext>
            </a:extLst>
          </p:cNvPr>
          <p:cNvSpPr>
            <a:spLocks noGrp="1"/>
          </p:cNvSpPr>
          <p:nvPr>
            <p:ph type="sldNum" sz="quarter" idx="12"/>
          </p:nvPr>
        </p:nvSpPr>
        <p:spPr>
          <a:xfrm>
            <a:off x="11252200" y="6315075"/>
            <a:ext cx="406400" cy="365125"/>
          </a:xfrm>
        </p:spPr>
        <p:txBody>
          <a:bodyPr rtlCol="0"/>
          <a:lstStyle>
            <a:lvl1pPr>
              <a:defRPr sz="1000">
                <a:solidFill>
                  <a:schemeClr val="bg1"/>
                </a:solidFill>
                <a:latin typeface="Trade Gothic LT Pro" panose="020B0503040303020004" pitchFamily="34" charset="0"/>
              </a:defRPr>
            </a:lvl1pPr>
          </a:lstStyle>
          <a:p>
            <a:pPr rtl="0"/>
            <a:fld id="{C263D6C4-4840-40CC-AC84-17E24B3B7BDE}" type="slidenum">
              <a:rPr lang="ru-RU" noProof="0" smtClean="0"/>
              <a:pPr/>
              <a:t>‹#›</a:t>
            </a:fld>
            <a:endParaRPr lang="ru-RU" noProof="0"/>
          </a:p>
        </p:txBody>
      </p:sp>
      <p:sp>
        <p:nvSpPr>
          <p:cNvPr id="23" name="Заголовок 1">
            <a:extLst>
              <a:ext uri="{FF2B5EF4-FFF2-40B4-BE49-F238E27FC236}">
                <a16:creationId xmlns:a16="http://schemas.microsoft.com/office/drawing/2014/main" id="{7772A652-7229-2B42-B87B-298C31D6F0CB}"/>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rtl="0"/>
            <a:r>
              <a:rPr lang="ru-RU" noProof="0"/>
              <a:t>Заголовок раздела 01</a:t>
            </a:r>
          </a:p>
        </p:txBody>
      </p:sp>
    </p:spTree>
    <p:extLst>
      <p:ext uri="{BB962C8B-B14F-4D97-AF65-F5344CB8AC3E}">
        <p14:creationId xmlns:p14="http://schemas.microsoft.com/office/powerpoint/2010/main" val="1675197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Дополнительный заголовок раздела">
    <p:spTree>
      <p:nvGrpSpPr>
        <p:cNvPr id="1" name=""/>
        <p:cNvGrpSpPr/>
        <p:nvPr/>
      </p:nvGrpSpPr>
      <p:grpSpPr>
        <a:xfrm>
          <a:off x="0" y="0"/>
          <a:ext cx="0" cy="0"/>
          <a:chOff x="0" y="0"/>
          <a:chExt cx="0" cy="0"/>
        </a:xfrm>
      </p:grpSpPr>
      <p:sp>
        <p:nvSpPr>
          <p:cNvPr id="22" name="Прямоугольник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34" name="Полилиния: Фигура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ru-RU" noProof="0"/>
          </a:p>
        </p:txBody>
      </p:sp>
      <p:sp>
        <p:nvSpPr>
          <p:cNvPr id="24" name="Полилиния: Фигура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25" name="Полилиния: Фигура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grpSp>
        <p:nvGrpSpPr>
          <p:cNvPr id="26" name="Группа 25">
            <a:extLst>
              <a:ext uri="{FF2B5EF4-FFF2-40B4-BE49-F238E27FC236}">
                <a16:creationId xmlns:a16="http://schemas.microsoft.com/office/drawing/2014/main" id="{E9318B2B-E019-4078-9EF0-C9D6281AE31B}"/>
              </a:ext>
            </a:extLst>
          </p:cNvPr>
          <p:cNvGrpSpPr/>
          <p:nvPr userDrawn="1"/>
        </p:nvGrpSpPr>
        <p:grpSpPr>
          <a:xfrm>
            <a:off x="9776075" y="2057401"/>
            <a:ext cx="4413559" cy="3934444"/>
            <a:chOff x="9222437" y="1088097"/>
            <a:chExt cx="5433318" cy="4843502"/>
          </a:xfrm>
        </p:grpSpPr>
        <p:sp>
          <p:nvSpPr>
            <p:cNvPr id="27" name="Полилиния: Фигура 26">
              <a:extLst>
                <a:ext uri="{FF2B5EF4-FFF2-40B4-BE49-F238E27FC236}">
                  <a16:creationId xmlns:a16="http://schemas.microsoft.com/office/drawing/2014/main" id="{D3E625C0-9656-421F-861F-67C8F93362ED}"/>
                </a:ext>
              </a:extLst>
            </p:cNvPr>
            <p:cNvSpPr/>
            <p:nvPr/>
          </p:nvSpPr>
          <p:spPr>
            <a:xfrm rot="2700000">
              <a:off x="9668983" y="1078460"/>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ru-RU" noProof="0"/>
            </a:p>
          </p:txBody>
        </p:sp>
        <p:sp>
          <p:nvSpPr>
            <p:cNvPr id="28" name="Полилиния: Фигура 27">
              <a:extLst>
                <a:ext uri="{FF2B5EF4-FFF2-40B4-BE49-F238E27FC236}">
                  <a16:creationId xmlns:a16="http://schemas.microsoft.com/office/drawing/2014/main" id="{49F8E490-C6E3-4D00-866F-CD85DD88996E}"/>
                </a:ext>
              </a:extLst>
            </p:cNvPr>
            <p:cNvSpPr/>
            <p:nvPr/>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ru-RU" noProof="0"/>
            </a:p>
          </p:txBody>
        </p:sp>
      </p:grpSp>
      <p:sp>
        <p:nvSpPr>
          <p:cNvPr id="29" name="Полилиния: Фигура 28">
            <a:extLst>
              <a:ext uri="{FF2B5EF4-FFF2-40B4-BE49-F238E27FC236}">
                <a16:creationId xmlns:a16="http://schemas.microsoft.com/office/drawing/2014/main" id="{EE8F5B31-1523-46AE-9455-C33DFC1BDDE0}"/>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ru-RU" noProof="0"/>
          </a:p>
        </p:txBody>
      </p:sp>
      <p:sp>
        <p:nvSpPr>
          <p:cNvPr id="30" name="Полилиния: Фигура 29">
            <a:extLst>
              <a:ext uri="{FF2B5EF4-FFF2-40B4-BE49-F238E27FC236}">
                <a16:creationId xmlns:a16="http://schemas.microsoft.com/office/drawing/2014/main" id="{5D17048F-C2E1-4775-BC32-50BD6219F89D}"/>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ru-RU" noProof="0"/>
          </a:p>
        </p:txBody>
      </p:sp>
      <p:grpSp>
        <p:nvGrpSpPr>
          <p:cNvPr id="31" name="Группа 30">
            <a:extLst>
              <a:ext uri="{FF2B5EF4-FFF2-40B4-BE49-F238E27FC236}">
                <a16:creationId xmlns:a16="http://schemas.microsoft.com/office/drawing/2014/main" id="{EAB002AA-4848-49C8-A834-036F860C79A3}"/>
              </a:ext>
            </a:extLst>
          </p:cNvPr>
          <p:cNvGrpSpPr/>
          <p:nvPr userDrawn="1"/>
        </p:nvGrpSpPr>
        <p:grpSpPr>
          <a:xfrm rot="16200000" flipH="1">
            <a:off x="9913705" y="6257994"/>
            <a:ext cx="1052473" cy="1209445"/>
            <a:chOff x="10800165" y="7142066"/>
            <a:chExt cx="2775293" cy="3189215"/>
          </a:xfrm>
        </p:grpSpPr>
        <p:sp>
          <p:nvSpPr>
            <p:cNvPr id="32" name="Полилиния: Фигура 31">
              <a:extLst>
                <a:ext uri="{FF2B5EF4-FFF2-40B4-BE49-F238E27FC236}">
                  <a16:creationId xmlns:a16="http://schemas.microsoft.com/office/drawing/2014/main" id="{14B187A8-7F8D-469D-A03B-4F835A5746DE}"/>
                </a:ext>
              </a:extLst>
            </p:cNvPr>
            <p:cNvSpPr/>
            <p:nvPr/>
          </p:nvSpPr>
          <p:spPr>
            <a:xfrm rot="2700000">
              <a:off x="10800166" y="7555988"/>
              <a:ext cx="2775292"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33" name="Полилиния: Фигура 32">
              <a:extLst>
                <a:ext uri="{FF2B5EF4-FFF2-40B4-BE49-F238E27FC236}">
                  <a16:creationId xmlns:a16="http://schemas.microsoft.com/office/drawing/2014/main" id="{03D871D1-A11A-48FB-82A8-8D61AB5CB85C}"/>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grpSp>
      <p:sp>
        <p:nvSpPr>
          <p:cNvPr id="2" name="Заголовок 1">
            <a:extLst>
              <a:ext uri="{FF2B5EF4-FFF2-40B4-BE49-F238E27FC236}">
                <a16:creationId xmlns:a16="http://schemas.microsoft.com/office/drawing/2014/main" id="{42374B20-3E42-44AF-BEF1-8AB33067395C}"/>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rtl="0"/>
            <a:r>
              <a:rPr lang="ru-RU" noProof="0"/>
              <a:t>Заголовок раздела 01</a:t>
            </a:r>
          </a:p>
        </p:txBody>
      </p:sp>
      <p:sp>
        <p:nvSpPr>
          <p:cNvPr id="3" name="Текст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rtl="0"/>
            <a:r>
              <a:rPr lang="ru-RU" noProof="0" smtClean="0"/>
              <a:t>Образец текста</a:t>
            </a:r>
          </a:p>
        </p:txBody>
      </p:sp>
      <p:sp>
        <p:nvSpPr>
          <p:cNvPr id="35" name="Номер слайда 4">
            <a:extLst>
              <a:ext uri="{FF2B5EF4-FFF2-40B4-BE49-F238E27FC236}">
                <a16:creationId xmlns:a16="http://schemas.microsoft.com/office/drawing/2014/main" id="{6F73F836-940E-4B65-A29C-D0869263C935}"/>
              </a:ext>
            </a:extLst>
          </p:cNvPr>
          <p:cNvSpPr>
            <a:spLocks noGrp="1"/>
          </p:cNvSpPr>
          <p:nvPr>
            <p:ph type="sldNum" sz="quarter" idx="12"/>
          </p:nvPr>
        </p:nvSpPr>
        <p:spPr>
          <a:xfrm>
            <a:off x="11252200" y="6315075"/>
            <a:ext cx="406400" cy="365125"/>
          </a:xfrm>
        </p:spPr>
        <p:txBody>
          <a:bodyPr rtlCol="0"/>
          <a:lstStyle>
            <a:lvl1pPr>
              <a:defRPr sz="1000">
                <a:solidFill>
                  <a:schemeClr val="bg1"/>
                </a:solidFill>
                <a:latin typeface="Trade Gothic LT Pro" panose="020B0503040303020004" pitchFamily="34" charset="0"/>
              </a:defRPr>
            </a:lvl1pPr>
          </a:lstStyle>
          <a:p>
            <a:pPr rtl="0"/>
            <a:fld id="{C263D6C4-4840-40CC-AC84-17E24B3B7BDE}" type="slidenum">
              <a:rPr lang="ru-RU" noProof="0" smtClean="0"/>
              <a:pPr/>
              <a:t>‹#›</a:t>
            </a:fld>
            <a:endParaRPr lang="ru-RU" noProof="0"/>
          </a:p>
        </p:txBody>
      </p:sp>
    </p:spTree>
    <p:extLst>
      <p:ext uri="{BB962C8B-B14F-4D97-AF65-F5344CB8AC3E}">
        <p14:creationId xmlns:p14="http://schemas.microsoft.com/office/powerpoint/2010/main" val="3511478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Слайд с цитатами">
    <p:spTree>
      <p:nvGrpSpPr>
        <p:cNvPr id="1" name=""/>
        <p:cNvGrpSpPr/>
        <p:nvPr/>
      </p:nvGrpSpPr>
      <p:grpSpPr>
        <a:xfrm>
          <a:off x="0" y="0"/>
          <a:ext cx="0" cy="0"/>
          <a:chOff x="0" y="0"/>
          <a:chExt cx="0" cy="0"/>
        </a:xfrm>
      </p:grpSpPr>
      <p:sp>
        <p:nvSpPr>
          <p:cNvPr id="22" name="Прямоугольник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34" name="Полилиния: Фигура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ru-RU" noProof="0"/>
          </a:p>
        </p:txBody>
      </p:sp>
      <p:sp>
        <p:nvSpPr>
          <p:cNvPr id="24" name="Полилиния: Фигура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25" name="Полилиния: Фигура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4" name="Овал 3">
            <a:extLst>
              <a:ext uri="{FF2B5EF4-FFF2-40B4-BE49-F238E27FC236}">
                <a16:creationId xmlns:a16="http://schemas.microsoft.com/office/drawing/2014/main" id="{ECB4C115-EFF9-405C-98BE-F4077B9730D0}"/>
              </a:ext>
            </a:extLst>
          </p:cNvPr>
          <p:cNvSpPr/>
          <p:nvPr userDrawn="1"/>
        </p:nvSpPr>
        <p:spPr>
          <a:xfrm>
            <a:off x="533399" y="914400"/>
            <a:ext cx="1944914" cy="1944914"/>
          </a:xfrm>
          <a:prstGeom prst="ellipse">
            <a:avLst/>
          </a:prstGeom>
          <a:solidFill>
            <a:schemeClr val="accent1">
              <a:lumMod val="50000"/>
            </a:schemeClr>
          </a:solidFill>
          <a:ln w="76200">
            <a:solidFill>
              <a:schemeClr val="accent1">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18" name="Заголовок 1">
            <a:extLst>
              <a:ext uri="{FF2B5EF4-FFF2-40B4-BE49-F238E27FC236}">
                <a16:creationId xmlns:a16="http://schemas.microsoft.com/office/drawing/2014/main" id="{C9A300DD-BB54-44ED-A7E4-01CD41EC930F}"/>
              </a:ext>
            </a:extLst>
          </p:cNvPr>
          <p:cNvSpPr txBox="1">
            <a:spLocks/>
          </p:cNvSpPr>
          <p:nvPr userDrawn="1"/>
        </p:nvSpPr>
        <p:spPr>
          <a:xfrm>
            <a:off x="956993" y="923305"/>
            <a:ext cx="1005115" cy="2859313"/>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lang="en-GB" sz="3600" b="0" i="0" kern="1200" dirty="0">
                <a:solidFill>
                  <a:schemeClr val="bg1"/>
                </a:solidFill>
                <a:latin typeface="Trebuchet MS" panose="020B0603020202020204" pitchFamily="34" charset="0"/>
                <a:ea typeface="+mj-ea"/>
                <a:cs typeface="+mj-cs"/>
              </a:defRPr>
            </a:lvl1pPr>
          </a:lstStyle>
          <a:p>
            <a:pPr algn="ctr" rtl="0"/>
            <a:r>
              <a:rPr lang="ru-RU" sz="18400" noProof="0">
                <a:solidFill>
                  <a:schemeClr val="accent1">
                    <a:lumMod val="60000"/>
                    <a:lumOff val="40000"/>
                  </a:schemeClr>
                </a:solidFill>
                <a:latin typeface="+mj-lt"/>
              </a:rPr>
              <a:t>"</a:t>
            </a:r>
          </a:p>
        </p:txBody>
      </p:sp>
      <p:sp>
        <p:nvSpPr>
          <p:cNvPr id="2" name="Заголовок 1">
            <a:extLst>
              <a:ext uri="{FF2B5EF4-FFF2-40B4-BE49-F238E27FC236}">
                <a16:creationId xmlns:a16="http://schemas.microsoft.com/office/drawing/2014/main" id="{42374B20-3E42-44AF-BEF1-8AB33067395C}"/>
              </a:ext>
            </a:extLst>
          </p:cNvPr>
          <p:cNvSpPr>
            <a:spLocks noGrp="1"/>
          </p:cNvSpPr>
          <p:nvPr>
            <p:ph type="title" hasCustomPrompt="1"/>
          </p:nvPr>
        </p:nvSpPr>
        <p:spPr>
          <a:xfrm>
            <a:off x="533399" y="3200400"/>
            <a:ext cx="7551057" cy="2859313"/>
          </a:xfrm>
        </p:spPr>
        <p:txBody>
          <a:bodyPr vert="horz" lIns="91440" tIns="45720" rIns="91440" bIns="45720" rtlCol="0" anchor="t">
            <a:normAutofit/>
          </a:bodyPr>
          <a:lstStyle>
            <a:lvl1pPr>
              <a:lnSpc>
                <a:spcPct val="100000"/>
              </a:lnSpc>
              <a:defRPr lang="en-GB" sz="3200" b="0" i="0" dirty="0">
                <a:solidFill>
                  <a:schemeClr val="bg1"/>
                </a:solidFill>
                <a:latin typeface="+mj-lt"/>
              </a:defRPr>
            </a:lvl1pPr>
          </a:lstStyle>
          <a:p>
            <a:pPr lvl="0" rtl="0"/>
            <a:r>
              <a:rPr lang="ru-RU" noProof="0"/>
              <a:t>Цитата</a:t>
            </a:r>
          </a:p>
        </p:txBody>
      </p:sp>
      <p:sp>
        <p:nvSpPr>
          <p:cNvPr id="19" name="Номер слайда 4">
            <a:extLst>
              <a:ext uri="{FF2B5EF4-FFF2-40B4-BE49-F238E27FC236}">
                <a16:creationId xmlns:a16="http://schemas.microsoft.com/office/drawing/2014/main" id="{A4E6C1FF-5925-42B3-B7F9-0A0031BDAD30}"/>
              </a:ext>
            </a:extLst>
          </p:cNvPr>
          <p:cNvSpPr>
            <a:spLocks noGrp="1"/>
          </p:cNvSpPr>
          <p:nvPr>
            <p:ph type="sldNum" sz="quarter" idx="12"/>
          </p:nvPr>
        </p:nvSpPr>
        <p:spPr>
          <a:xfrm>
            <a:off x="11252200" y="6315075"/>
            <a:ext cx="406400" cy="365125"/>
          </a:xfrm>
        </p:spPr>
        <p:txBody>
          <a:bodyPr rtlCol="0"/>
          <a:lstStyle>
            <a:lvl1pPr>
              <a:defRPr sz="1000">
                <a:solidFill>
                  <a:schemeClr val="bg1"/>
                </a:solidFill>
                <a:latin typeface="Trade Gothic LT Pro" panose="020B0503040303020004" pitchFamily="34" charset="0"/>
              </a:defRPr>
            </a:lvl1pPr>
          </a:lstStyle>
          <a:p>
            <a:pPr rtl="0"/>
            <a:fld id="{C263D6C4-4840-40CC-AC84-17E24B3B7BDE}" type="slidenum">
              <a:rPr lang="ru-RU" noProof="0" smtClean="0"/>
              <a:pPr/>
              <a:t>‹#›</a:t>
            </a:fld>
            <a:endParaRPr lang="ru-RU" noProof="0"/>
          </a:p>
        </p:txBody>
      </p:sp>
    </p:spTree>
    <p:extLst>
      <p:ext uri="{BB962C8B-B14F-4D97-AF65-F5344CB8AC3E}">
        <p14:creationId xmlns:p14="http://schemas.microsoft.com/office/powerpoint/2010/main" val="1753169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Заголовок + текст">
    <p:bg>
      <p:bgPr>
        <a:solidFill>
          <a:schemeClr val="accent2"/>
        </a:solidFill>
        <a:effectLst/>
      </p:bgPr>
    </p:bg>
    <p:spTree>
      <p:nvGrpSpPr>
        <p:cNvPr id="1" name=""/>
        <p:cNvGrpSpPr/>
        <p:nvPr/>
      </p:nvGrpSpPr>
      <p:grpSpPr>
        <a:xfrm>
          <a:off x="0" y="0"/>
          <a:ext cx="0" cy="0"/>
          <a:chOff x="0" y="0"/>
          <a:chExt cx="0" cy="0"/>
        </a:xfrm>
      </p:grpSpPr>
      <p:sp>
        <p:nvSpPr>
          <p:cNvPr id="11" name="Прямоугольник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10" name="Полилиния: Фигура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ru-RU" noProof="0"/>
          </a:p>
        </p:txBody>
      </p:sp>
      <p:sp>
        <p:nvSpPr>
          <p:cNvPr id="8" name="Полилиния: Фигура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2" name="Заголовок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rtl="0"/>
            <a:r>
              <a:rPr lang="ru-RU" noProof="0" smtClean="0"/>
              <a:t>Образец заголовка</a:t>
            </a:r>
            <a:endParaRPr lang="ru-RU" noProof="0"/>
          </a:p>
        </p:txBody>
      </p:sp>
      <p:sp>
        <p:nvSpPr>
          <p:cNvPr id="5" name="Номер слайда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rtlCol="0"/>
          <a:lstStyle>
            <a:lvl1pPr>
              <a:defRPr sz="1000">
                <a:solidFill>
                  <a:schemeClr val="bg1"/>
                </a:solidFill>
                <a:latin typeface="Trade Gothic LT Pro" panose="020B0503040303020004" pitchFamily="34" charset="0"/>
              </a:defRPr>
            </a:lvl1pPr>
          </a:lstStyle>
          <a:p>
            <a:pPr rtl="0"/>
            <a:fld id="{C263D6C4-4840-40CC-AC84-17E24B3B7BDE}" type="slidenum">
              <a:rPr lang="ru-RU" noProof="0" smtClean="0"/>
              <a:pPr/>
              <a:t>‹#›</a:t>
            </a:fld>
            <a:endParaRPr lang="ru-RU" noProof="0"/>
          </a:p>
        </p:txBody>
      </p:sp>
      <p:grpSp>
        <p:nvGrpSpPr>
          <p:cNvPr id="15" name="Группа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Полилиния: Фигура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17" name="Полилиния: Фигура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grpSp>
      <p:sp>
        <p:nvSpPr>
          <p:cNvPr id="23" name="Текст 22">
            <a:extLst>
              <a:ext uri="{FF2B5EF4-FFF2-40B4-BE49-F238E27FC236}">
                <a16:creationId xmlns:a16="http://schemas.microsoft.com/office/drawing/2014/main" id="{03618670-D1E4-466C-BDB5-FC890AC31457}"/>
              </a:ext>
            </a:extLst>
          </p:cNvPr>
          <p:cNvSpPr>
            <a:spLocks noGrp="1"/>
          </p:cNvSpPr>
          <p:nvPr>
            <p:ph type="body" sz="quarter" idx="13"/>
          </p:nvPr>
        </p:nvSpPr>
        <p:spPr>
          <a:xfrm>
            <a:off x="444500" y="1625385"/>
            <a:ext cx="6718300" cy="4093243"/>
          </a:xfrm>
        </p:spPr>
        <p:txBody>
          <a:bodyPr rtlCol="0">
            <a:noAutofit/>
          </a:bodyPr>
          <a:lstStyle>
            <a:lvl1pPr>
              <a:lnSpc>
                <a:spcPct val="100000"/>
              </a:lnSpc>
              <a:spcBef>
                <a:spcPts val="600"/>
              </a:spcBef>
              <a:spcAft>
                <a:spcPts val="400"/>
              </a:spcAft>
              <a:defRPr sz="1600">
                <a:solidFill>
                  <a:schemeClr val="bg1"/>
                </a:solidFill>
                <a:latin typeface="+mn-lt"/>
                <a:cs typeface="Arial" panose="020B0604020202020204" pitchFamily="34" charset="0"/>
              </a:defRPr>
            </a:lvl1pPr>
            <a:lvl2pPr>
              <a:lnSpc>
                <a:spcPct val="100000"/>
              </a:lnSpc>
              <a:spcBef>
                <a:spcPts val="600"/>
              </a:spcBef>
              <a:spcAft>
                <a:spcPts val="400"/>
              </a:spcAft>
              <a:defRPr sz="1400">
                <a:solidFill>
                  <a:schemeClr val="bg1"/>
                </a:solidFill>
                <a:latin typeface="+mn-lt"/>
                <a:cs typeface="Arial" panose="020B0604020202020204" pitchFamily="34" charset="0"/>
              </a:defRPr>
            </a:lvl2pPr>
            <a:lvl3pPr>
              <a:lnSpc>
                <a:spcPct val="100000"/>
              </a:lnSpc>
              <a:spcBef>
                <a:spcPts val="600"/>
              </a:spcBef>
              <a:spcAft>
                <a:spcPts val="400"/>
              </a:spcAft>
              <a:defRPr sz="1200">
                <a:solidFill>
                  <a:schemeClr val="bg1"/>
                </a:solidFill>
                <a:latin typeface="+mn-lt"/>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p:txBody>
      </p:sp>
    </p:spTree>
    <p:extLst>
      <p:ext uri="{BB962C8B-B14F-4D97-AF65-F5344CB8AC3E}">
        <p14:creationId xmlns:p14="http://schemas.microsoft.com/office/powerpoint/2010/main" val="274574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Только заголовок">
    <p:bg>
      <p:bgPr>
        <a:solidFill>
          <a:schemeClr val="accent2"/>
        </a:solidFill>
        <a:effectLst/>
      </p:bgPr>
    </p:bg>
    <p:spTree>
      <p:nvGrpSpPr>
        <p:cNvPr id="1" name=""/>
        <p:cNvGrpSpPr/>
        <p:nvPr/>
      </p:nvGrpSpPr>
      <p:grpSpPr>
        <a:xfrm>
          <a:off x="0" y="0"/>
          <a:ext cx="0" cy="0"/>
          <a:chOff x="0" y="0"/>
          <a:chExt cx="0" cy="0"/>
        </a:xfrm>
      </p:grpSpPr>
      <p:sp>
        <p:nvSpPr>
          <p:cNvPr id="11" name="Прямоугольник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10" name="Полилиния: Фигура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ru-RU" noProof="0"/>
          </a:p>
        </p:txBody>
      </p:sp>
      <p:sp>
        <p:nvSpPr>
          <p:cNvPr id="18" name="Полилиния: Фигура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ru-RU" noProof="0"/>
          </a:p>
        </p:txBody>
      </p:sp>
      <p:sp>
        <p:nvSpPr>
          <p:cNvPr id="12" name="Полилиния: фигура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8" name="Полилиния: Фигура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2" name="Заголовок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rtl="0"/>
            <a:r>
              <a:rPr lang="ru-RU" noProof="0" smtClean="0"/>
              <a:t>Образец заголовка</a:t>
            </a:r>
            <a:endParaRPr lang="ru-RU" noProof="0"/>
          </a:p>
        </p:txBody>
      </p:sp>
      <p:grpSp>
        <p:nvGrpSpPr>
          <p:cNvPr id="15" name="Группа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Полилиния: Фигура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17" name="Полилиния: Фигура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grpSp>
      <p:grpSp>
        <p:nvGrpSpPr>
          <p:cNvPr id="6" name="Группа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Прямоугольник: Усеченный угол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rtl="0"/>
              <a:endParaRPr lang="ru-RU" noProof="0"/>
            </a:p>
          </p:txBody>
        </p:sp>
        <p:sp>
          <p:nvSpPr>
            <p:cNvPr id="3" name="Прямоугольник: Усеченный угол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grpSp>
      <p:sp>
        <p:nvSpPr>
          <p:cNvPr id="24" name="Полилиния: Фигура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5" name="Номер слайда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rtlCol="0"/>
          <a:lstStyle>
            <a:lvl1pPr>
              <a:defRPr sz="1000">
                <a:solidFill>
                  <a:schemeClr val="bg1"/>
                </a:solidFill>
                <a:latin typeface="Trade Gothic LT Pro" panose="020B0503040303020004" pitchFamily="34" charset="0"/>
              </a:defRPr>
            </a:lvl1pPr>
          </a:lstStyle>
          <a:p>
            <a:pPr rtl="0"/>
            <a:fld id="{C263D6C4-4840-40CC-AC84-17E24B3B7BDE}" type="slidenum">
              <a:rPr lang="ru-RU" noProof="0" smtClean="0"/>
              <a:pPr/>
              <a:t>‹#›</a:t>
            </a:fld>
            <a:endParaRPr lang="ru-RU" noProof="0"/>
          </a:p>
        </p:txBody>
      </p:sp>
    </p:spTree>
    <p:extLst>
      <p:ext uri="{BB962C8B-B14F-4D97-AF65-F5344CB8AC3E}">
        <p14:creationId xmlns:p14="http://schemas.microsoft.com/office/powerpoint/2010/main" val="40737049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Заголовок и объект">
    <p:bg>
      <p:bgPr>
        <a:solidFill>
          <a:schemeClr val="accent2"/>
        </a:solidFill>
        <a:effectLst/>
      </p:bgPr>
    </p:bg>
    <p:spTree>
      <p:nvGrpSpPr>
        <p:cNvPr id="1" name=""/>
        <p:cNvGrpSpPr/>
        <p:nvPr/>
      </p:nvGrpSpPr>
      <p:grpSpPr>
        <a:xfrm>
          <a:off x="0" y="0"/>
          <a:ext cx="0" cy="0"/>
          <a:chOff x="0" y="0"/>
          <a:chExt cx="0" cy="0"/>
        </a:xfrm>
      </p:grpSpPr>
      <p:sp>
        <p:nvSpPr>
          <p:cNvPr id="11" name="Прямоугольник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10" name="Полилиния: Фигура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ru-RU" noProof="0"/>
          </a:p>
        </p:txBody>
      </p:sp>
      <p:sp>
        <p:nvSpPr>
          <p:cNvPr id="18" name="Полилиния: Фигура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ru-RU" noProof="0"/>
          </a:p>
        </p:txBody>
      </p:sp>
      <p:sp>
        <p:nvSpPr>
          <p:cNvPr id="12" name="Полилиния: фигура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8" name="Полилиния: Фигура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2" name="Заголовок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rtl="0"/>
            <a:r>
              <a:rPr lang="ru-RU" noProof="0" smtClean="0"/>
              <a:t>Образец заголовка</a:t>
            </a:r>
            <a:endParaRPr lang="ru-RU" noProof="0"/>
          </a:p>
        </p:txBody>
      </p:sp>
      <p:grpSp>
        <p:nvGrpSpPr>
          <p:cNvPr id="15" name="Группа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Полилиния: Фигура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17" name="Полилиния: Фигура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grpSp>
      <p:grpSp>
        <p:nvGrpSpPr>
          <p:cNvPr id="6" name="Группа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Прямоугольник: Усеченный угол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rtl="0"/>
              <a:endParaRPr lang="ru-RU" noProof="0"/>
            </a:p>
          </p:txBody>
        </p:sp>
        <p:sp>
          <p:nvSpPr>
            <p:cNvPr id="3" name="Прямоугольник: Усеченный угол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grpSp>
      <p:sp>
        <p:nvSpPr>
          <p:cNvPr id="24" name="Полилиния: Фигура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5" name="Номер слайда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rtlCol="0"/>
          <a:lstStyle>
            <a:lvl1pPr>
              <a:defRPr sz="1000">
                <a:solidFill>
                  <a:schemeClr val="bg1"/>
                </a:solidFill>
                <a:latin typeface="Trade Gothic LT Pro" panose="020B0503040303020004" pitchFamily="34" charset="0"/>
              </a:defRPr>
            </a:lvl1pPr>
          </a:lstStyle>
          <a:p>
            <a:pPr rtl="0"/>
            <a:fld id="{C263D6C4-4840-40CC-AC84-17E24B3B7BDE}" type="slidenum">
              <a:rPr lang="ru-RU" noProof="0" smtClean="0"/>
              <a:pPr/>
              <a:t>‹#›</a:t>
            </a:fld>
            <a:endParaRPr lang="ru-RU" noProof="0"/>
          </a:p>
        </p:txBody>
      </p:sp>
      <p:sp>
        <p:nvSpPr>
          <p:cNvPr id="20" name="Объект 2">
            <a:extLst>
              <a:ext uri="{FF2B5EF4-FFF2-40B4-BE49-F238E27FC236}">
                <a16:creationId xmlns:a16="http://schemas.microsoft.com/office/drawing/2014/main" id="{0103A49C-32FF-49E6-86F3-FC2E19517BD5}"/>
              </a:ext>
            </a:extLst>
          </p:cNvPr>
          <p:cNvSpPr>
            <a:spLocks noGrp="1"/>
          </p:cNvSpPr>
          <p:nvPr>
            <p:ph idx="1"/>
          </p:nvPr>
        </p:nvSpPr>
        <p:spPr>
          <a:xfrm>
            <a:off x="443365" y="1825625"/>
            <a:ext cx="11215235" cy="4351338"/>
          </a:xfrm>
        </p:spPr>
        <p:txBody>
          <a:bodyPr rtlCol="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a:p>
        </p:txBody>
      </p:sp>
    </p:spTree>
    <p:extLst>
      <p:ext uri="{BB962C8B-B14F-4D97-AF65-F5344CB8AC3E}">
        <p14:creationId xmlns:p14="http://schemas.microsoft.com/office/powerpoint/2010/main" val="26367082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Сравнение">
    <p:bg>
      <p:bgPr>
        <a:solidFill>
          <a:schemeClr val="accent2"/>
        </a:solidFill>
        <a:effectLst/>
      </p:bgPr>
    </p:bg>
    <p:spTree>
      <p:nvGrpSpPr>
        <p:cNvPr id="1" name=""/>
        <p:cNvGrpSpPr/>
        <p:nvPr/>
      </p:nvGrpSpPr>
      <p:grpSpPr>
        <a:xfrm>
          <a:off x="0" y="0"/>
          <a:ext cx="0" cy="0"/>
          <a:chOff x="0" y="0"/>
          <a:chExt cx="0" cy="0"/>
        </a:xfrm>
      </p:grpSpPr>
      <p:sp>
        <p:nvSpPr>
          <p:cNvPr id="11" name="Прямоугольник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10" name="Полилиния: Фигура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ru-RU" noProof="0"/>
          </a:p>
        </p:txBody>
      </p:sp>
      <p:sp>
        <p:nvSpPr>
          <p:cNvPr id="18" name="Полилиния: Фигура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ru-RU" noProof="0"/>
          </a:p>
        </p:txBody>
      </p:sp>
      <p:sp>
        <p:nvSpPr>
          <p:cNvPr id="12" name="Полилиния: фигура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8" name="Полилиния: Фигура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2" name="Заголовок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rtl="0"/>
            <a:r>
              <a:rPr lang="ru-RU" noProof="0" smtClean="0"/>
              <a:t>Образец заголовка</a:t>
            </a:r>
            <a:endParaRPr lang="ru-RU" noProof="0"/>
          </a:p>
        </p:txBody>
      </p:sp>
      <p:grpSp>
        <p:nvGrpSpPr>
          <p:cNvPr id="15" name="Группа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Полилиния: Фигура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17" name="Полилиния: Фигура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grpSp>
      <p:grpSp>
        <p:nvGrpSpPr>
          <p:cNvPr id="6" name="Группа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Прямоугольник: Усеченный угол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rtl="0"/>
              <a:endParaRPr lang="ru-RU" noProof="0"/>
            </a:p>
          </p:txBody>
        </p:sp>
        <p:sp>
          <p:nvSpPr>
            <p:cNvPr id="3" name="Прямоугольник: Усеченный угол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grpSp>
      <p:sp>
        <p:nvSpPr>
          <p:cNvPr id="24" name="Полилиния: Фигура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5" name="Номер слайда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rtlCol="0"/>
          <a:lstStyle>
            <a:lvl1pPr>
              <a:defRPr sz="1000">
                <a:solidFill>
                  <a:schemeClr val="bg1"/>
                </a:solidFill>
                <a:latin typeface="Trade Gothic LT Pro" panose="020B0503040303020004" pitchFamily="34" charset="0"/>
              </a:defRPr>
            </a:lvl1pPr>
          </a:lstStyle>
          <a:p>
            <a:pPr rtl="0"/>
            <a:fld id="{C263D6C4-4840-40CC-AC84-17E24B3B7BDE}" type="slidenum">
              <a:rPr lang="ru-RU" noProof="0" smtClean="0"/>
              <a:pPr/>
              <a:t>‹#›</a:t>
            </a:fld>
            <a:endParaRPr lang="ru-RU" noProof="0"/>
          </a:p>
        </p:txBody>
      </p:sp>
      <p:sp>
        <p:nvSpPr>
          <p:cNvPr id="25" name="Текст 2">
            <a:extLst>
              <a:ext uri="{FF2B5EF4-FFF2-40B4-BE49-F238E27FC236}">
                <a16:creationId xmlns:a16="http://schemas.microsoft.com/office/drawing/2014/main" id="{7FA80A70-18DE-4DB9-9982-BA75BE54CF93}"/>
              </a:ext>
            </a:extLst>
          </p:cNvPr>
          <p:cNvSpPr>
            <a:spLocks noGrp="1"/>
          </p:cNvSpPr>
          <p:nvPr>
            <p:ph type="body" idx="1"/>
          </p:nvPr>
        </p:nvSpPr>
        <p:spPr>
          <a:xfrm>
            <a:off x="444500" y="1681163"/>
            <a:ext cx="5157787" cy="823912"/>
          </a:xfrm>
        </p:spPr>
        <p:txBody>
          <a:bodyPr rtlCol="0"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ru-RU" noProof="0" smtClean="0"/>
              <a:t>Образец текста</a:t>
            </a:r>
          </a:p>
        </p:txBody>
      </p:sp>
      <p:sp>
        <p:nvSpPr>
          <p:cNvPr id="26" name="Текст 4">
            <a:extLst>
              <a:ext uri="{FF2B5EF4-FFF2-40B4-BE49-F238E27FC236}">
                <a16:creationId xmlns:a16="http://schemas.microsoft.com/office/drawing/2014/main" id="{2801C0EF-C078-44B0-AD01-4850E9A65EE0}"/>
              </a:ext>
            </a:extLst>
          </p:cNvPr>
          <p:cNvSpPr>
            <a:spLocks noGrp="1"/>
          </p:cNvSpPr>
          <p:nvPr>
            <p:ph type="body" sz="quarter" idx="3"/>
          </p:nvPr>
        </p:nvSpPr>
        <p:spPr>
          <a:xfrm>
            <a:off x="6500812" y="1681163"/>
            <a:ext cx="5157788" cy="823912"/>
          </a:xfrm>
        </p:spPr>
        <p:txBody>
          <a:bodyPr rtlCol="0"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ru-RU" noProof="0" smtClean="0"/>
              <a:t>Образец текста</a:t>
            </a:r>
          </a:p>
        </p:txBody>
      </p:sp>
      <p:sp>
        <p:nvSpPr>
          <p:cNvPr id="27" name="Объект 3">
            <a:extLst>
              <a:ext uri="{FF2B5EF4-FFF2-40B4-BE49-F238E27FC236}">
                <a16:creationId xmlns:a16="http://schemas.microsoft.com/office/drawing/2014/main" id="{7C9DED91-45F6-4308-A085-1EFACA6468CF}"/>
              </a:ext>
            </a:extLst>
          </p:cNvPr>
          <p:cNvSpPr>
            <a:spLocks noGrp="1"/>
          </p:cNvSpPr>
          <p:nvPr>
            <p:ph sz="half" idx="2"/>
          </p:nvPr>
        </p:nvSpPr>
        <p:spPr>
          <a:xfrm>
            <a:off x="444500" y="2505075"/>
            <a:ext cx="5157787" cy="3684588"/>
          </a:xfrm>
        </p:spPr>
        <p:txBody>
          <a:bodyPr rtlCol="0">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a:p>
        </p:txBody>
      </p:sp>
      <p:sp>
        <p:nvSpPr>
          <p:cNvPr id="28" name="Объект 5">
            <a:extLst>
              <a:ext uri="{FF2B5EF4-FFF2-40B4-BE49-F238E27FC236}">
                <a16:creationId xmlns:a16="http://schemas.microsoft.com/office/drawing/2014/main" id="{0574B5E7-B666-439B-9278-67BE1EA6EBC5}"/>
              </a:ext>
            </a:extLst>
          </p:cNvPr>
          <p:cNvSpPr>
            <a:spLocks noGrp="1"/>
          </p:cNvSpPr>
          <p:nvPr>
            <p:ph sz="quarter" idx="4"/>
          </p:nvPr>
        </p:nvSpPr>
        <p:spPr>
          <a:xfrm>
            <a:off x="6475412" y="2505075"/>
            <a:ext cx="5183188" cy="3684588"/>
          </a:xfrm>
        </p:spPr>
        <p:txBody>
          <a:bodyPr rtlCol="0">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a:p>
        </p:txBody>
      </p:sp>
    </p:spTree>
    <p:extLst>
      <p:ext uri="{BB962C8B-B14F-4D97-AF65-F5344CB8AC3E}">
        <p14:creationId xmlns:p14="http://schemas.microsoft.com/office/powerpoint/2010/main" val="32191671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Два типа содержимого">
    <p:bg>
      <p:bgPr>
        <a:solidFill>
          <a:schemeClr val="accent2"/>
        </a:solidFill>
        <a:effectLst/>
      </p:bgPr>
    </p:bg>
    <p:spTree>
      <p:nvGrpSpPr>
        <p:cNvPr id="1" name=""/>
        <p:cNvGrpSpPr/>
        <p:nvPr/>
      </p:nvGrpSpPr>
      <p:grpSpPr>
        <a:xfrm>
          <a:off x="0" y="0"/>
          <a:ext cx="0" cy="0"/>
          <a:chOff x="0" y="0"/>
          <a:chExt cx="0" cy="0"/>
        </a:xfrm>
      </p:grpSpPr>
      <p:sp>
        <p:nvSpPr>
          <p:cNvPr id="11" name="Прямоугольник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10" name="Полилиния: Фигура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ru-RU" noProof="0"/>
          </a:p>
        </p:txBody>
      </p:sp>
      <p:sp>
        <p:nvSpPr>
          <p:cNvPr id="18" name="Полилиния: Фигура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ru-RU" noProof="0"/>
          </a:p>
        </p:txBody>
      </p:sp>
      <p:sp>
        <p:nvSpPr>
          <p:cNvPr id="12" name="Полилиния: фигура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8" name="Полилиния: Фигура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2" name="Заголовок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rtl="0"/>
            <a:r>
              <a:rPr lang="ru-RU" noProof="0" smtClean="0"/>
              <a:t>Образец заголовка</a:t>
            </a:r>
            <a:endParaRPr lang="ru-RU" noProof="0"/>
          </a:p>
        </p:txBody>
      </p:sp>
      <p:grpSp>
        <p:nvGrpSpPr>
          <p:cNvPr id="15" name="Группа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Полилиния: Фигура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17" name="Полилиния: Фигура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grpSp>
      <p:grpSp>
        <p:nvGrpSpPr>
          <p:cNvPr id="6" name="Группа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Прямоугольник: Усеченный угол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rtl="0"/>
              <a:endParaRPr lang="ru-RU" noProof="0"/>
            </a:p>
          </p:txBody>
        </p:sp>
        <p:sp>
          <p:nvSpPr>
            <p:cNvPr id="3" name="Прямоугольник: Усеченный угол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grpSp>
      <p:sp>
        <p:nvSpPr>
          <p:cNvPr id="24" name="Полилиния: Фигура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5" name="Номер слайда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rtlCol="0"/>
          <a:lstStyle>
            <a:lvl1pPr>
              <a:defRPr sz="1000">
                <a:solidFill>
                  <a:schemeClr val="bg1"/>
                </a:solidFill>
                <a:latin typeface="Trade Gothic LT Pro" panose="020B0503040303020004" pitchFamily="34" charset="0"/>
              </a:defRPr>
            </a:lvl1pPr>
          </a:lstStyle>
          <a:p>
            <a:pPr rtl="0"/>
            <a:fld id="{C263D6C4-4840-40CC-AC84-17E24B3B7BDE}" type="slidenum">
              <a:rPr lang="ru-RU" noProof="0" smtClean="0"/>
              <a:pPr/>
              <a:t>‹#›</a:t>
            </a:fld>
            <a:endParaRPr lang="ru-RU" noProof="0"/>
          </a:p>
        </p:txBody>
      </p:sp>
      <p:sp>
        <p:nvSpPr>
          <p:cNvPr id="20" name="Объект 2">
            <a:extLst>
              <a:ext uri="{FF2B5EF4-FFF2-40B4-BE49-F238E27FC236}">
                <a16:creationId xmlns:a16="http://schemas.microsoft.com/office/drawing/2014/main" id="{FE796BFF-6E5F-4DE7-B193-F501FC094D63}"/>
              </a:ext>
            </a:extLst>
          </p:cNvPr>
          <p:cNvSpPr>
            <a:spLocks noGrp="1"/>
          </p:cNvSpPr>
          <p:nvPr>
            <p:ph sz="half" idx="1"/>
          </p:nvPr>
        </p:nvSpPr>
        <p:spPr>
          <a:xfrm>
            <a:off x="443365" y="1517715"/>
            <a:ext cx="5184437" cy="4659248"/>
          </a:xfrm>
        </p:spPr>
        <p:txBody>
          <a:bodyPr rtlCol="0">
            <a:normAutofit/>
          </a:bodyPr>
          <a:lstStyle>
            <a:lvl1pPr marL="457200" indent="-457200">
              <a:buFont typeface="Arial" panose="020B0604020202020204" pitchFamily="34" charset="0"/>
              <a:buChar char="•"/>
              <a:defRPr sz="2000">
                <a:solidFill>
                  <a:schemeClr val="bg1"/>
                </a:solidFill>
              </a:defRPr>
            </a:lvl1pPr>
            <a:lvl2pPr marL="800100" indent="-342900">
              <a:buFont typeface="Arial" panose="020B0604020202020204" pitchFamily="34" charset="0"/>
              <a:buChar char="•"/>
              <a:defRPr sz="1800">
                <a:solidFill>
                  <a:schemeClr val="bg1"/>
                </a:solidFill>
              </a:defRPr>
            </a:lvl2pPr>
            <a:lvl3pPr marL="1257300" indent="-342900">
              <a:buFont typeface="Arial" panose="020B0604020202020204" pitchFamily="34" charset="0"/>
              <a:buChar char="•"/>
              <a:defRPr sz="1600">
                <a:solidFill>
                  <a:schemeClr val="bg1"/>
                </a:solidFill>
              </a:defRPr>
            </a:lvl3pPr>
            <a:lvl4pPr marL="1657350" indent="-285750">
              <a:buFont typeface="Arial" panose="020B0604020202020204" pitchFamily="34" charset="0"/>
              <a:buChar char="•"/>
              <a:defRPr sz="1400">
                <a:solidFill>
                  <a:schemeClr val="bg1"/>
                </a:solidFill>
              </a:defRPr>
            </a:lvl4pPr>
            <a:lvl5pPr marL="2114550" indent="-285750">
              <a:buFont typeface="Arial" panose="020B0604020202020204" pitchFamily="34" charset="0"/>
              <a:buChar char="•"/>
              <a:defRPr sz="1400">
                <a:solidFill>
                  <a:schemeClr val="bg1"/>
                </a:solidFill>
              </a:defRPr>
            </a:lvl5pPr>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a:p>
        </p:txBody>
      </p:sp>
      <p:sp>
        <p:nvSpPr>
          <p:cNvPr id="21" name="Объект 3">
            <a:extLst>
              <a:ext uri="{FF2B5EF4-FFF2-40B4-BE49-F238E27FC236}">
                <a16:creationId xmlns:a16="http://schemas.microsoft.com/office/drawing/2014/main" id="{78622754-CA4D-4C27-A37F-B26E7B4C9CA2}"/>
              </a:ext>
            </a:extLst>
          </p:cNvPr>
          <p:cNvSpPr>
            <a:spLocks noGrp="1"/>
          </p:cNvSpPr>
          <p:nvPr>
            <p:ph sz="half" idx="2"/>
          </p:nvPr>
        </p:nvSpPr>
        <p:spPr>
          <a:xfrm>
            <a:off x="6474163" y="1517715"/>
            <a:ext cx="5184437" cy="4659248"/>
          </a:xfrm>
        </p:spPr>
        <p:txBody>
          <a:bodyPr rtlCol="0">
            <a:normAutofit/>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a:p>
        </p:txBody>
      </p:sp>
    </p:spTree>
    <p:extLst>
      <p:ext uri="{BB962C8B-B14F-4D97-AF65-F5344CB8AC3E}">
        <p14:creationId xmlns:p14="http://schemas.microsoft.com/office/powerpoint/2010/main" val="9995978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Категория 5">
    <p:bg>
      <p:bgPr>
        <a:solidFill>
          <a:schemeClr val="accent2"/>
        </a:solidFill>
        <a:effectLst/>
      </p:bgPr>
    </p:bg>
    <p:spTree>
      <p:nvGrpSpPr>
        <p:cNvPr id="1" name=""/>
        <p:cNvGrpSpPr/>
        <p:nvPr/>
      </p:nvGrpSpPr>
      <p:grpSpPr>
        <a:xfrm>
          <a:off x="0" y="0"/>
          <a:ext cx="0" cy="0"/>
          <a:chOff x="0" y="0"/>
          <a:chExt cx="0" cy="0"/>
        </a:xfrm>
      </p:grpSpPr>
      <p:sp>
        <p:nvSpPr>
          <p:cNvPr id="11" name="Прямоугольник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10" name="Полилиния: Фигура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ru-RU" noProof="0"/>
          </a:p>
        </p:txBody>
      </p:sp>
      <p:sp>
        <p:nvSpPr>
          <p:cNvPr id="18" name="Полилиния: Фигура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ru-RU" noProof="0"/>
          </a:p>
        </p:txBody>
      </p:sp>
      <p:sp>
        <p:nvSpPr>
          <p:cNvPr id="12" name="Полилиния: фигура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8" name="Полилиния: Фигура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2" name="Заголовок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rtl="0"/>
            <a:r>
              <a:rPr lang="ru-RU" noProof="0" smtClean="0"/>
              <a:t>Образец заголовка</a:t>
            </a:r>
            <a:endParaRPr lang="ru-RU" noProof="0"/>
          </a:p>
        </p:txBody>
      </p:sp>
      <p:grpSp>
        <p:nvGrpSpPr>
          <p:cNvPr id="15" name="Группа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Полилиния: Фигура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17" name="Полилиния: Фигура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grpSp>
      <p:grpSp>
        <p:nvGrpSpPr>
          <p:cNvPr id="6" name="Группа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Прямоугольник: Усеченный угол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3" name="Прямоугольник: Усеченный угол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grpSp>
      <p:sp>
        <p:nvSpPr>
          <p:cNvPr id="20" name="Рисунок 8">
            <a:extLst>
              <a:ext uri="{FF2B5EF4-FFF2-40B4-BE49-F238E27FC236}">
                <a16:creationId xmlns:a16="http://schemas.microsoft.com/office/drawing/2014/main" id="{6D00E6B4-1CBE-404E-B943-5F1832320C1C}"/>
              </a:ext>
            </a:extLst>
          </p:cNvPr>
          <p:cNvSpPr>
            <a:spLocks noGrp="1"/>
          </p:cNvSpPr>
          <p:nvPr>
            <p:ph type="pic" sz="quarter" idx="13"/>
          </p:nvPr>
        </p:nvSpPr>
        <p:spPr>
          <a:xfrm>
            <a:off x="978212"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rtlCol="0"/>
          <a:lstStyle>
            <a:lvl1pPr marL="0" indent="0">
              <a:buNone/>
              <a:defRPr>
                <a:solidFill>
                  <a:schemeClr val="tx1">
                    <a:alpha val="0"/>
                  </a:schemeClr>
                </a:solidFill>
              </a:defRPr>
            </a:lvl1pPr>
          </a:lstStyle>
          <a:p>
            <a:pPr rtl="0"/>
            <a:r>
              <a:rPr lang="ru-RU" noProof="0" smtClean="0"/>
              <a:t>Вставка рисунка</a:t>
            </a:r>
            <a:endParaRPr lang="ru-RU" noProof="0"/>
          </a:p>
        </p:txBody>
      </p:sp>
      <p:sp>
        <p:nvSpPr>
          <p:cNvPr id="21" name="Рисунок 8">
            <a:extLst>
              <a:ext uri="{FF2B5EF4-FFF2-40B4-BE49-F238E27FC236}">
                <a16:creationId xmlns:a16="http://schemas.microsoft.com/office/drawing/2014/main" id="{7CD59BFD-62BE-4E33-92A5-B84A2A9A8D3B}"/>
              </a:ext>
            </a:extLst>
          </p:cNvPr>
          <p:cNvSpPr>
            <a:spLocks noGrp="1"/>
          </p:cNvSpPr>
          <p:nvPr>
            <p:ph type="pic" sz="quarter" idx="14"/>
          </p:nvPr>
        </p:nvSpPr>
        <p:spPr>
          <a:xfrm>
            <a:off x="3222230"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rtlCol="0"/>
          <a:lstStyle>
            <a:lvl1pPr marL="0" indent="0">
              <a:buNone/>
              <a:defRPr>
                <a:solidFill>
                  <a:schemeClr val="tx1">
                    <a:alpha val="0"/>
                  </a:schemeClr>
                </a:solidFill>
              </a:defRPr>
            </a:lvl1pPr>
          </a:lstStyle>
          <a:p>
            <a:pPr rtl="0"/>
            <a:r>
              <a:rPr lang="ru-RU" noProof="0" smtClean="0"/>
              <a:t>Вставка рисунка</a:t>
            </a:r>
            <a:endParaRPr lang="ru-RU" noProof="0"/>
          </a:p>
        </p:txBody>
      </p:sp>
      <p:sp>
        <p:nvSpPr>
          <p:cNvPr id="22" name="Рисунок 8">
            <a:extLst>
              <a:ext uri="{FF2B5EF4-FFF2-40B4-BE49-F238E27FC236}">
                <a16:creationId xmlns:a16="http://schemas.microsoft.com/office/drawing/2014/main" id="{60DC5978-55B8-421D-91B4-29F8210A7B2C}"/>
              </a:ext>
            </a:extLst>
          </p:cNvPr>
          <p:cNvSpPr>
            <a:spLocks noGrp="1"/>
          </p:cNvSpPr>
          <p:nvPr>
            <p:ph type="pic" sz="quarter" idx="15"/>
          </p:nvPr>
        </p:nvSpPr>
        <p:spPr>
          <a:xfrm>
            <a:off x="5466248"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rtlCol="0"/>
          <a:lstStyle>
            <a:lvl1pPr marL="0" indent="0">
              <a:buNone/>
              <a:defRPr>
                <a:solidFill>
                  <a:schemeClr val="tx1">
                    <a:alpha val="0"/>
                  </a:schemeClr>
                </a:solidFill>
              </a:defRPr>
            </a:lvl1pPr>
          </a:lstStyle>
          <a:p>
            <a:pPr rtl="0"/>
            <a:r>
              <a:rPr lang="ru-RU" noProof="0" smtClean="0"/>
              <a:t>Вставка рисунка</a:t>
            </a:r>
            <a:endParaRPr lang="ru-RU" noProof="0"/>
          </a:p>
        </p:txBody>
      </p:sp>
      <p:sp>
        <p:nvSpPr>
          <p:cNvPr id="23" name="Рисунок 8">
            <a:extLst>
              <a:ext uri="{FF2B5EF4-FFF2-40B4-BE49-F238E27FC236}">
                <a16:creationId xmlns:a16="http://schemas.microsoft.com/office/drawing/2014/main" id="{BE3FB8C3-2C7E-4C59-8BD5-53FA2772DB56}"/>
              </a:ext>
            </a:extLst>
          </p:cNvPr>
          <p:cNvSpPr>
            <a:spLocks noGrp="1"/>
          </p:cNvSpPr>
          <p:nvPr>
            <p:ph type="pic" sz="quarter" idx="16"/>
          </p:nvPr>
        </p:nvSpPr>
        <p:spPr>
          <a:xfrm>
            <a:off x="7710266"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rtlCol="0"/>
          <a:lstStyle>
            <a:lvl1pPr marL="0" indent="0">
              <a:buNone/>
              <a:defRPr>
                <a:solidFill>
                  <a:schemeClr val="tx1">
                    <a:alpha val="0"/>
                  </a:schemeClr>
                </a:solidFill>
              </a:defRPr>
            </a:lvl1pPr>
          </a:lstStyle>
          <a:p>
            <a:pPr rtl="0"/>
            <a:r>
              <a:rPr lang="ru-RU" noProof="0" smtClean="0"/>
              <a:t>Вставка рисунка</a:t>
            </a:r>
            <a:endParaRPr lang="ru-RU" noProof="0"/>
          </a:p>
        </p:txBody>
      </p:sp>
      <p:sp>
        <p:nvSpPr>
          <p:cNvPr id="24" name="Рисунок 8">
            <a:extLst>
              <a:ext uri="{FF2B5EF4-FFF2-40B4-BE49-F238E27FC236}">
                <a16:creationId xmlns:a16="http://schemas.microsoft.com/office/drawing/2014/main" id="{FD8FA9DA-C36B-4889-B88F-28B5829E53E2}"/>
              </a:ext>
            </a:extLst>
          </p:cNvPr>
          <p:cNvSpPr>
            <a:spLocks noGrp="1"/>
          </p:cNvSpPr>
          <p:nvPr>
            <p:ph type="pic" sz="quarter" idx="17"/>
          </p:nvPr>
        </p:nvSpPr>
        <p:spPr>
          <a:xfrm>
            <a:off x="9954283"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rtlCol="0"/>
          <a:lstStyle>
            <a:lvl1pPr marL="0" indent="0">
              <a:buNone/>
              <a:defRPr>
                <a:solidFill>
                  <a:schemeClr val="tx1">
                    <a:alpha val="0"/>
                  </a:schemeClr>
                </a:solidFill>
              </a:defRPr>
            </a:lvl1pPr>
          </a:lstStyle>
          <a:p>
            <a:pPr rtl="0"/>
            <a:r>
              <a:rPr lang="ru-RU" noProof="0" smtClean="0"/>
              <a:t>Вставка рисунка</a:t>
            </a:r>
            <a:endParaRPr lang="ru-RU" noProof="0"/>
          </a:p>
        </p:txBody>
      </p:sp>
      <p:sp>
        <p:nvSpPr>
          <p:cNvPr id="26" name="Текст 22">
            <a:extLst>
              <a:ext uri="{FF2B5EF4-FFF2-40B4-BE49-F238E27FC236}">
                <a16:creationId xmlns:a16="http://schemas.microsoft.com/office/drawing/2014/main" id="{2A19101D-7C37-42BF-8167-5391EA65EC3A}"/>
              </a:ext>
            </a:extLst>
          </p:cNvPr>
          <p:cNvSpPr>
            <a:spLocks noGrp="1"/>
          </p:cNvSpPr>
          <p:nvPr>
            <p:ph type="body" sz="quarter" idx="18"/>
          </p:nvPr>
        </p:nvSpPr>
        <p:spPr>
          <a:xfrm>
            <a:off x="719894" y="4240093"/>
            <a:ext cx="1776140" cy="1463040"/>
          </a:xfrm>
        </p:spPr>
        <p:txBody>
          <a:bodyPr lIns="0" tIns="0" rIns="0" bIns="0" rtlCol="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rtl="0"/>
            <a:r>
              <a:rPr lang="ru-RU" noProof="0" smtClean="0"/>
              <a:t>Образец текста</a:t>
            </a:r>
          </a:p>
        </p:txBody>
      </p:sp>
      <p:sp>
        <p:nvSpPr>
          <p:cNvPr id="27" name="Текст 22">
            <a:extLst>
              <a:ext uri="{FF2B5EF4-FFF2-40B4-BE49-F238E27FC236}">
                <a16:creationId xmlns:a16="http://schemas.microsoft.com/office/drawing/2014/main" id="{05F72315-51A9-431C-B80A-45E4FB1D6BD6}"/>
              </a:ext>
            </a:extLst>
          </p:cNvPr>
          <p:cNvSpPr>
            <a:spLocks noGrp="1"/>
          </p:cNvSpPr>
          <p:nvPr>
            <p:ph type="body" sz="quarter" idx="19"/>
          </p:nvPr>
        </p:nvSpPr>
        <p:spPr>
          <a:xfrm>
            <a:off x="2963912" y="4240093"/>
            <a:ext cx="1776140" cy="1463040"/>
          </a:xfrm>
        </p:spPr>
        <p:txBody>
          <a:bodyPr lIns="0" tIns="0" rIns="0" bIns="0" rtlCol="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rtl="0"/>
            <a:r>
              <a:rPr lang="ru-RU" noProof="0" smtClean="0"/>
              <a:t>Образец текста</a:t>
            </a:r>
          </a:p>
        </p:txBody>
      </p:sp>
      <p:sp>
        <p:nvSpPr>
          <p:cNvPr id="28" name="Текст 22">
            <a:extLst>
              <a:ext uri="{FF2B5EF4-FFF2-40B4-BE49-F238E27FC236}">
                <a16:creationId xmlns:a16="http://schemas.microsoft.com/office/drawing/2014/main" id="{883D1F0C-34F1-46E1-B178-E4AB82B14631}"/>
              </a:ext>
            </a:extLst>
          </p:cNvPr>
          <p:cNvSpPr>
            <a:spLocks noGrp="1"/>
          </p:cNvSpPr>
          <p:nvPr>
            <p:ph type="body" sz="quarter" idx="20"/>
          </p:nvPr>
        </p:nvSpPr>
        <p:spPr>
          <a:xfrm>
            <a:off x="5207930" y="4240093"/>
            <a:ext cx="1776140" cy="1463040"/>
          </a:xfrm>
        </p:spPr>
        <p:txBody>
          <a:bodyPr lIns="0" tIns="0" rIns="0" bIns="0" rtlCol="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rtl="0"/>
            <a:r>
              <a:rPr lang="ru-RU" noProof="0" smtClean="0"/>
              <a:t>Образец текста</a:t>
            </a:r>
          </a:p>
        </p:txBody>
      </p:sp>
      <p:sp>
        <p:nvSpPr>
          <p:cNvPr id="29" name="Текст 22">
            <a:extLst>
              <a:ext uri="{FF2B5EF4-FFF2-40B4-BE49-F238E27FC236}">
                <a16:creationId xmlns:a16="http://schemas.microsoft.com/office/drawing/2014/main" id="{7202A849-DF14-40E7-B38D-1185F72603EC}"/>
              </a:ext>
            </a:extLst>
          </p:cNvPr>
          <p:cNvSpPr>
            <a:spLocks noGrp="1"/>
          </p:cNvSpPr>
          <p:nvPr>
            <p:ph type="body" sz="quarter" idx="21"/>
          </p:nvPr>
        </p:nvSpPr>
        <p:spPr>
          <a:xfrm>
            <a:off x="7451948" y="4240093"/>
            <a:ext cx="1776140" cy="1463040"/>
          </a:xfrm>
        </p:spPr>
        <p:txBody>
          <a:bodyPr lIns="0" tIns="0" rIns="0" bIns="0" rtlCol="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rtl="0"/>
            <a:r>
              <a:rPr lang="ru-RU" noProof="0" smtClean="0"/>
              <a:t>Образец текста</a:t>
            </a:r>
          </a:p>
        </p:txBody>
      </p:sp>
      <p:sp>
        <p:nvSpPr>
          <p:cNvPr id="30" name="Текст 22">
            <a:extLst>
              <a:ext uri="{FF2B5EF4-FFF2-40B4-BE49-F238E27FC236}">
                <a16:creationId xmlns:a16="http://schemas.microsoft.com/office/drawing/2014/main" id="{CCFC1ADF-AC11-4CCD-AC2D-478B6FFEA5EA}"/>
              </a:ext>
            </a:extLst>
          </p:cNvPr>
          <p:cNvSpPr>
            <a:spLocks noGrp="1"/>
          </p:cNvSpPr>
          <p:nvPr>
            <p:ph type="body" sz="quarter" idx="22"/>
          </p:nvPr>
        </p:nvSpPr>
        <p:spPr>
          <a:xfrm>
            <a:off x="9695965" y="4240093"/>
            <a:ext cx="1776140" cy="1463040"/>
          </a:xfrm>
        </p:spPr>
        <p:txBody>
          <a:bodyPr lIns="0" tIns="0" rIns="0" bIns="0" rtlCol="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rtl="0"/>
            <a:r>
              <a:rPr lang="ru-RU" noProof="0" smtClean="0"/>
              <a:t>Образец текста</a:t>
            </a:r>
          </a:p>
        </p:txBody>
      </p:sp>
      <p:cxnSp>
        <p:nvCxnSpPr>
          <p:cNvPr id="7" name="Прямая соединительная линия 6">
            <a:extLst>
              <a:ext uri="{FF2B5EF4-FFF2-40B4-BE49-F238E27FC236}">
                <a16:creationId xmlns:a16="http://schemas.microsoft.com/office/drawing/2014/main" id="{2B4CB326-DA0E-488E-B236-7017E8438FBB}"/>
              </a:ext>
            </a:extLst>
          </p:cNvPr>
          <p:cNvCxnSpPr/>
          <p:nvPr userDrawn="1"/>
        </p:nvCxnSpPr>
        <p:spPr>
          <a:xfrm>
            <a:off x="1242354"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 name="Прямая соединительная линия 30">
            <a:extLst>
              <a:ext uri="{FF2B5EF4-FFF2-40B4-BE49-F238E27FC236}">
                <a16:creationId xmlns:a16="http://schemas.microsoft.com/office/drawing/2014/main" id="{9366B533-7212-4A36-9CE2-D6302E721F8F}"/>
              </a:ext>
            </a:extLst>
          </p:cNvPr>
          <p:cNvCxnSpPr/>
          <p:nvPr userDrawn="1"/>
        </p:nvCxnSpPr>
        <p:spPr>
          <a:xfrm>
            <a:off x="3486372"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Прямая соединительная линия 31">
            <a:extLst>
              <a:ext uri="{FF2B5EF4-FFF2-40B4-BE49-F238E27FC236}">
                <a16:creationId xmlns:a16="http://schemas.microsoft.com/office/drawing/2014/main" id="{AD7474CD-E230-4E14-8274-5E20F673F401}"/>
              </a:ext>
            </a:extLst>
          </p:cNvPr>
          <p:cNvCxnSpPr/>
          <p:nvPr userDrawn="1"/>
        </p:nvCxnSpPr>
        <p:spPr>
          <a:xfrm>
            <a:off x="5730390"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Прямая соединительная линия 32">
            <a:extLst>
              <a:ext uri="{FF2B5EF4-FFF2-40B4-BE49-F238E27FC236}">
                <a16:creationId xmlns:a16="http://schemas.microsoft.com/office/drawing/2014/main" id="{6BF71FCE-6F39-4D2F-82BE-7D9F1D2ED59F}"/>
              </a:ext>
            </a:extLst>
          </p:cNvPr>
          <p:cNvCxnSpPr/>
          <p:nvPr userDrawn="1"/>
        </p:nvCxnSpPr>
        <p:spPr>
          <a:xfrm>
            <a:off x="7974408"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4" name="Прямая соединительная линия 33">
            <a:extLst>
              <a:ext uri="{FF2B5EF4-FFF2-40B4-BE49-F238E27FC236}">
                <a16:creationId xmlns:a16="http://schemas.microsoft.com/office/drawing/2014/main" id="{AE97AC7A-17D9-4F42-9DD0-94FE4FC6BF19}"/>
              </a:ext>
            </a:extLst>
          </p:cNvPr>
          <p:cNvCxnSpPr/>
          <p:nvPr userDrawn="1"/>
        </p:nvCxnSpPr>
        <p:spPr>
          <a:xfrm>
            <a:off x="10218425"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35" name="Полилиния: Фигура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5" name="Номер слайда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rtlCol="0"/>
          <a:lstStyle>
            <a:lvl1pPr>
              <a:defRPr sz="1000">
                <a:solidFill>
                  <a:schemeClr val="bg1"/>
                </a:solidFill>
                <a:latin typeface="Trade Gothic LT Pro" panose="020B0503040303020004" pitchFamily="34" charset="0"/>
              </a:defRPr>
            </a:lvl1pPr>
          </a:lstStyle>
          <a:p>
            <a:pPr rtl="0"/>
            <a:fld id="{C263D6C4-4840-40CC-AC84-17E24B3B7BDE}" type="slidenum">
              <a:rPr lang="ru-RU" noProof="0" smtClean="0"/>
              <a:pPr/>
              <a:t>‹#›</a:t>
            </a:fld>
            <a:endParaRPr lang="ru-RU" noProof="0"/>
          </a:p>
        </p:txBody>
      </p:sp>
    </p:spTree>
    <p:extLst>
      <p:ext uri="{BB962C8B-B14F-4D97-AF65-F5344CB8AC3E}">
        <p14:creationId xmlns:p14="http://schemas.microsoft.com/office/powerpoint/2010/main" val="4762663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Фото и раздел 3">
    <p:bg>
      <p:bgPr>
        <a:solidFill>
          <a:schemeClr val="accent2"/>
        </a:solidFill>
        <a:effectLst/>
      </p:bgPr>
    </p:bg>
    <p:spTree>
      <p:nvGrpSpPr>
        <p:cNvPr id="1" name=""/>
        <p:cNvGrpSpPr/>
        <p:nvPr/>
      </p:nvGrpSpPr>
      <p:grpSpPr>
        <a:xfrm>
          <a:off x="0" y="0"/>
          <a:ext cx="0" cy="0"/>
          <a:chOff x="0" y="0"/>
          <a:chExt cx="0" cy="0"/>
        </a:xfrm>
      </p:grpSpPr>
      <p:sp>
        <p:nvSpPr>
          <p:cNvPr id="11" name="Прямоугольник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10" name="Полилиния: Фигура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ru-RU" noProof="0"/>
          </a:p>
        </p:txBody>
      </p:sp>
      <p:sp>
        <p:nvSpPr>
          <p:cNvPr id="18" name="Полилиния: Фигура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ru-RU" noProof="0"/>
          </a:p>
        </p:txBody>
      </p:sp>
      <p:sp>
        <p:nvSpPr>
          <p:cNvPr id="12" name="Полилиния: фигура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8" name="Полилиния: Фигура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2" name="Заголовок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rtl="0"/>
            <a:r>
              <a:rPr lang="ru-RU" noProof="0" smtClean="0"/>
              <a:t>Образец заголовка</a:t>
            </a:r>
            <a:endParaRPr lang="ru-RU" noProof="0"/>
          </a:p>
        </p:txBody>
      </p:sp>
      <p:grpSp>
        <p:nvGrpSpPr>
          <p:cNvPr id="15" name="Группа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Полилиния: Фигура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17" name="Полилиния: Фигура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grpSp>
      <p:grpSp>
        <p:nvGrpSpPr>
          <p:cNvPr id="6" name="Группа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Прямоугольник: Усеченный угол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3" name="Прямоугольник: Усеченный угол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grpSp>
      <p:sp>
        <p:nvSpPr>
          <p:cNvPr id="26" name="Текст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3293306" cy="1463040"/>
          </a:xfrm>
        </p:spPr>
        <p:txBody>
          <a:bodyPr lIns="0" tIns="0" rIns="0" bIns="0" rtlCol="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rtl="0"/>
            <a:r>
              <a:rPr lang="ru-RU" noProof="0" smtClean="0"/>
              <a:t>Образец текста</a:t>
            </a:r>
          </a:p>
        </p:txBody>
      </p:sp>
      <p:sp>
        <p:nvSpPr>
          <p:cNvPr id="35" name="Полилиния: Фигура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5" name="Номер слайда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rtlCol="0"/>
          <a:lstStyle>
            <a:lvl1pPr>
              <a:defRPr sz="1000">
                <a:solidFill>
                  <a:schemeClr val="bg1"/>
                </a:solidFill>
                <a:latin typeface="Trade Gothic LT Pro" panose="020B0503040303020004" pitchFamily="34" charset="0"/>
              </a:defRPr>
            </a:lvl1pPr>
          </a:lstStyle>
          <a:p>
            <a:pPr rtl="0"/>
            <a:fld id="{C263D6C4-4840-40CC-AC84-17E24B3B7BDE}" type="slidenum">
              <a:rPr lang="ru-RU" noProof="0" smtClean="0"/>
              <a:pPr/>
              <a:t>‹#›</a:t>
            </a:fld>
            <a:endParaRPr lang="ru-RU" noProof="0"/>
          </a:p>
        </p:txBody>
      </p:sp>
      <p:sp>
        <p:nvSpPr>
          <p:cNvPr id="13" name="Рисунок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rtlCol="0" anchor="ctr">
            <a:normAutofit/>
          </a:bodyPr>
          <a:lstStyle>
            <a:lvl1pPr marL="0" indent="0" algn="ctr">
              <a:buNone/>
              <a:defRPr sz="1400">
                <a:solidFill>
                  <a:schemeClr val="accent2"/>
                </a:solidFill>
                <a:latin typeface="Trade Gothic LT Pro" panose="020B0503040303020004" pitchFamily="34" charset="0"/>
              </a:defRPr>
            </a:lvl1pPr>
          </a:lstStyle>
          <a:p>
            <a:pPr rtl="0"/>
            <a:r>
              <a:rPr lang="ru-RU" noProof="0"/>
              <a:t>Вставка изображения</a:t>
            </a:r>
          </a:p>
        </p:txBody>
      </p:sp>
      <p:sp>
        <p:nvSpPr>
          <p:cNvPr id="36" name="Текст 22">
            <a:extLst>
              <a:ext uri="{FF2B5EF4-FFF2-40B4-BE49-F238E27FC236}">
                <a16:creationId xmlns:a16="http://schemas.microsoft.com/office/drawing/2014/main" id="{642D3CE0-C3B4-4F3F-A650-AB452B3AD4BA}"/>
              </a:ext>
            </a:extLst>
          </p:cNvPr>
          <p:cNvSpPr>
            <a:spLocks noGrp="1"/>
          </p:cNvSpPr>
          <p:nvPr>
            <p:ph type="body" sz="quarter" idx="20"/>
          </p:nvPr>
        </p:nvSpPr>
        <p:spPr>
          <a:xfrm>
            <a:off x="4444169" y="4240093"/>
            <a:ext cx="3293306" cy="1463040"/>
          </a:xfrm>
        </p:spPr>
        <p:txBody>
          <a:bodyPr lIns="0" tIns="0" rIns="0" bIns="0" rtlCol="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rtl="0"/>
            <a:r>
              <a:rPr lang="ru-RU" noProof="0" smtClean="0"/>
              <a:t>Образец текста</a:t>
            </a:r>
          </a:p>
        </p:txBody>
      </p:sp>
      <p:sp>
        <p:nvSpPr>
          <p:cNvPr id="37" name="Текст 22">
            <a:extLst>
              <a:ext uri="{FF2B5EF4-FFF2-40B4-BE49-F238E27FC236}">
                <a16:creationId xmlns:a16="http://schemas.microsoft.com/office/drawing/2014/main" id="{DBED2BB0-CDAD-40EE-8B35-C66DF45EE29D}"/>
              </a:ext>
            </a:extLst>
          </p:cNvPr>
          <p:cNvSpPr>
            <a:spLocks noGrp="1"/>
          </p:cNvSpPr>
          <p:nvPr>
            <p:ph type="body" sz="quarter" idx="21"/>
          </p:nvPr>
        </p:nvSpPr>
        <p:spPr>
          <a:xfrm>
            <a:off x="8346244" y="4240093"/>
            <a:ext cx="3293306" cy="1463040"/>
          </a:xfrm>
        </p:spPr>
        <p:txBody>
          <a:bodyPr lIns="0" tIns="0" rIns="0" bIns="0" rtlCol="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rtl="0"/>
            <a:r>
              <a:rPr lang="ru-RU" noProof="0" smtClean="0"/>
              <a:t>Образец текста</a:t>
            </a:r>
          </a:p>
        </p:txBody>
      </p:sp>
    </p:spTree>
    <p:extLst>
      <p:ext uri="{BB962C8B-B14F-4D97-AF65-F5344CB8AC3E}">
        <p14:creationId xmlns:p14="http://schemas.microsoft.com/office/powerpoint/2010/main" val="15447457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Фотография и текст">
    <p:bg>
      <p:bgPr>
        <a:solidFill>
          <a:schemeClr val="accent2"/>
        </a:solidFill>
        <a:effectLst/>
      </p:bgPr>
    </p:bg>
    <p:spTree>
      <p:nvGrpSpPr>
        <p:cNvPr id="1" name=""/>
        <p:cNvGrpSpPr/>
        <p:nvPr/>
      </p:nvGrpSpPr>
      <p:grpSpPr>
        <a:xfrm>
          <a:off x="0" y="0"/>
          <a:ext cx="0" cy="0"/>
          <a:chOff x="0" y="0"/>
          <a:chExt cx="0" cy="0"/>
        </a:xfrm>
      </p:grpSpPr>
      <p:sp>
        <p:nvSpPr>
          <p:cNvPr id="11" name="Прямоугольник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10" name="Полилиния: Фигура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ru-RU" noProof="0"/>
          </a:p>
        </p:txBody>
      </p:sp>
      <p:sp>
        <p:nvSpPr>
          <p:cNvPr id="18" name="Полилиния: Фигура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ru-RU" noProof="0"/>
          </a:p>
        </p:txBody>
      </p:sp>
      <p:sp>
        <p:nvSpPr>
          <p:cNvPr id="12" name="Полилиния: фигура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8" name="Полилиния: Фигура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2" name="Заголовок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rtl="0"/>
            <a:r>
              <a:rPr lang="ru-RU" noProof="0" smtClean="0"/>
              <a:t>Образец заголовка</a:t>
            </a:r>
            <a:endParaRPr lang="ru-RU" noProof="0"/>
          </a:p>
        </p:txBody>
      </p:sp>
      <p:grpSp>
        <p:nvGrpSpPr>
          <p:cNvPr id="15" name="Группа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Полилиния: Фигура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17" name="Полилиния: Фигура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grpSp>
      <p:grpSp>
        <p:nvGrpSpPr>
          <p:cNvPr id="6" name="Группа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Прямоугольник: Усеченный угол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3" name="Прямоугольник: Усеченный угол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grpSp>
      <p:sp>
        <p:nvSpPr>
          <p:cNvPr id="26" name="Текст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9402006" cy="1463040"/>
          </a:xfrm>
        </p:spPr>
        <p:txBody>
          <a:bodyPr lIns="0" tIns="0" rIns="0" bIns="0" rtlCol="0">
            <a:noAutofit/>
          </a:bodyPr>
          <a:lstStyle>
            <a:lvl1pPr marL="0" indent="0" algn="l">
              <a:lnSpc>
                <a:spcPct val="100000"/>
              </a:lnSpc>
              <a:spcBef>
                <a:spcPts val="300"/>
              </a:spcBef>
              <a:spcAft>
                <a:spcPts val="3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rtl="0"/>
            <a:r>
              <a:rPr lang="ru-RU" noProof="0" smtClean="0"/>
              <a:t>Образец текста</a:t>
            </a:r>
          </a:p>
        </p:txBody>
      </p:sp>
      <p:sp>
        <p:nvSpPr>
          <p:cNvPr id="35" name="Полилиния: Фигура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5" name="Номер слайда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rtlCol="0"/>
          <a:lstStyle>
            <a:lvl1pPr>
              <a:defRPr sz="1000">
                <a:solidFill>
                  <a:schemeClr val="bg1"/>
                </a:solidFill>
                <a:latin typeface="Trade Gothic LT Pro" panose="020B0503040303020004" pitchFamily="34" charset="0"/>
              </a:defRPr>
            </a:lvl1pPr>
          </a:lstStyle>
          <a:p>
            <a:pPr rtl="0"/>
            <a:fld id="{C263D6C4-4840-40CC-AC84-17E24B3B7BDE}" type="slidenum">
              <a:rPr lang="ru-RU" noProof="0" smtClean="0"/>
              <a:pPr/>
              <a:t>‹#›</a:t>
            </a:fld>
            <a:endParaRPr lang="ru-RU" noProof="0"/>
          </a:p>
        </p:txBody>
      </p:sp>
      <p:sp>
        <p:nvSpPr>
          <p:cNvPr id="13" name="Рисунок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rtlCol="0" anchor="ctr">
            <a:normAutofit/>
          </a:bodyPr>
          <a:lstStyle>
            <a:lvl1pPr marL="0" indent="0" algn="ctr">
              <a:buNone/>
              <a:defRPr sz="1400">
                <a:solidFill>
                  <a:schemeClr val="accent2"/>
                </a:solidFill>
                <a:latin typeface="Trade Gothic LT Pro" panose="020B0503040303020004" pitchFamily="34" charset="0"/>
              </a:defRPr>
            </a:lvl1pPr>
          </a:lstStyle>
          <a:p>
            <a:pPr rtl="0"/>
            <a:r>
              <a:rPr lang="ru-RU" noProof="0"/>
              <a:t>Вставка изображения</a:t>
            </a:r>
          </a:p>
        </p:txBody>
      </p:sp>
    </p:spTree>
    <p:extLst>
      <p:ext uri="{BB962C8B-B14F-4D97-AF65-F5344CB8AC3E}">
        <p14:creationId xmlns:p14="http://schemas.microsoft.com/office/powerpoint/2010/main" val="24868267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Рисунок с подписью">
    <p:bg>
      <p:bgPr>
        <a:solidFill>
          <a:schemeClr val="accent2"/>
        </a:solidFill>
        <a:effectLst/>
      </p:bgPr>
    </p:bg>
    <p:spTree>
      <p:nvGrpSpPr>
        <p:cNvPr id="1" name=""/>
        <p:cNvGrpSpPr/>
        <p:nvPr/>
      </p:nvGrpSpPr>
      <p:grpSpPr>
        <a:xfrm>
          <a:off x="0" y="0"/>
          <a:ext cx="0" cy="0"/>
          <a:chOff x="0" y="0"/>
          <a:chExt cx="0" cy="0"/>
        </a:xfrm>
      </p:grpSpPr>
      <p:sp>
        <p:nvSpPr>
          <p:cNvPr id="11" name="Прямоугольник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10" name="Полилиния: Фигура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ru-RU" noProof="0"/>
          </a:p>
        </p:txBody>
      </p:sp>
      <p:sp>
        <p:nvSpPr>
          <p:cNvPr id="18" name="Полилиния: Фигура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ru-RU" noProof="0"/>
          </a:p>
        </p:txBody>
      </p:sp>
      <p:sp>
        <p:nvSpPr>
          <p:cNvPr id="12" name="Полилиния: фигура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8" name="Полилиния: Фигура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2" name="Заголовок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rtl="0"/>
            <a:r>
              <a:rPr lang="ru-RU" noProof="0" smtClean="0"/>
              <a:t>Образец заголовка</a:t>
            </a:r>
            <a:endParaRPr lang="ru-RU" noProof="0"/>
          </a:p>
        </p:txBody>
      </p:sp>
      <p:grpSp>
        <p:nvGrpSpPr>
          <p:cNvPr id="15" name="Группа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Полилиния: Фигура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17" name="Полилиния: Фигура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grpSp>
      <p:grpSp>
        <p:nvGrpSpPr>
          <p:cNvPr id="6" name="Группа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Прямоугольник: Усеченный угол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3" name="Прямоугольник: Усеченный угол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grpSp>
      <p:sp>
        <p:nvSpPr>
          <p:cNvPr id="35" name="Полилиния: Фигура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5" name="Номер слайда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rtlCol="0"/>
          <a:lstStyle>
            <a:lvl1pPr>
              <a:defRPr sz="1000">
                <a:solidFill>
                  <a:schemeClr val="bg1"/>
                </a:solidFill>
                <a:latin typeface="Trade Gothic LT Pro" panose="020B0503040303020004" pitchFamily="34" charset="0"/>
              </a:defRPr>
            </a:lvl1pPr>
          </a:lstStyle>
          <a:p>
            <a:pPr rtl="0"/>
            <a:fld id="{C263D6C4-4840-40CC-AC84-17E24B3B7BDE}" type="slidenum">
              <a:rPr lang="ru-RU" noProof="0" smtClean="0"/>
              <a:pPr/>
              <a:t>‹#›</a:t>
            </a:fld>
            <a:endParaRPr lang="ru-RU" noProof="0"/>
          </a:p>
        </p:txBody>
      </p:sp>
      <p:sp>
        <p:nvSpPr>
          <p:cNvPr id="20" name="Рисунок 2">
            <a:extLst>
              <a:ext uri="{FF2B5EF4-FFF2-40B4-BE49-F238E27FC236}">
                <a16:creationId xmlns:a16="http://schemas.microsoft.com/office/drawing/2014/main" id="{30B3A574-7940-4E35-857E-5CA35A5910E5}"/>
              </a:ext>
            </a:extLst>
          </p:cNvPr>
          <p:cNvSpPr>
            <a:spLocks noGrp="1"/>
          </p:cNvSpPr>
          <p:nvPr>
            <p:ph type="pic" idx="1"/>
          </p:nvPr>
        </p:nvSpPr>
        <p:spPr>
          <a:xfrm>
            <a:off x="4110087" y="1444649"/>
            <a:ext cx="7548513" cy="4579079"/>
          </a:xfrm>
        </p:spPr>
        <p:txBody>
          <a:bodyPr rtlCol="0">
            <a:normAutofit/>
          </a:bodyPr>
          <a:lstStyle>
            <a:lvl1pPr marL="0" indent="0">
              <a:buNone/>
              <a:defRPr sz="24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ru-RU" noProof="0" smtClean="0"/>
              <a:t>Вставка рисунка</a:t>
            </a:r>
            <a:endParaRPr lang="ru-RU" noProof="0"/>
          </a:p>
        </p:txBody>
      </p:sp>
      <p:sp>
        <p:nvSpPr>
          <p:cNvPr id="21" name="Текст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rtlCol="0"/>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ru-RU" noProof="0" smtClean="0"/>
              <a:t>Образец текста</a:t>
            </a:r>
          </a:p>
        </p:txBody>
      </p:sp>
    </p:spTree>
    <p:extLst>
      <p:ext uri="{BB962C8B-B14F-4D97-AF65-F5344CB8AC3E}">
        <p14:creationId xmlns:p14="http://schemas.microsoft.com/office/powerpoint/2010/main" val="15406501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Объект с подписью">
    <p:bg>
      <p:bgPr>
        <a:solidFill>
          <a:schemeClr val="accent2"/>
        </a:solidFill>
        <a:effectLst/>
      </p:bgPr>
    </p:bg>
    <p:spTree>
      <p:nvGrpSpPr>
        <p:cNvPr id="1" name=""/>
        <p:cNvGrpSpPr/>
        <p:nvPr/>
      </p:nvGrpSpPr>
      <p:grpSpPr>
        <a:xfrm>
          <a:off x="0" y="0"/>
          <a:ext cx="0" cy="0"/>
          <a:chOff x="0" y="0"/>
          <a:chExt cx="0" cy="0"/>
        </a:xfrm>
      </p:grpSpPr>
      <p:sp>
        <p:nvSpPr>
          <p:cNvPr id="11" name="Прямоугольник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10" name="Полилиния: Фигура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ru-RU" noProof="0"/>
          </a:p>
        </p:txBody>
      </p:sp>
      <p:sp>
        <p:nvSpPr>
          <p:cNvPr id="18" name="Полилиния: Фигура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ru-RU" noProof="0"/>
          </a:p>
        </p:txBody>
      </p:sp>
      <p:sp>
        <p:nvSpPr>
          <p:cNvPr id="12" name="Полилиния: фигура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8" name="Полилиния: Фигура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2" name="Заголовок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rtl="0"/>
            <a:r>
              <a:rPr lang="ru-RU" noProof="0" smtClean="0"/>
              <a:t>Образец заголовка</a:t>
            </a:r>
            <a:endParaRPr lang="ru-RU" noProof="0"/>
          </a:p>
        </p:txBody>
      </p:sp>
      <p:grpSp>
        <p:nvGrpSpPr>
          <p:cNvPr id="15" name="Группа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Полилиния: Фигура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17" name="Полилиния: Фигура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grpSp>
      <p:grpSp>
        <p:nvGrpSpPr>
          <p:cNvPr id="6" name="Группа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Прямоугольник: Усеченный угол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3" name="Прямоугольник: Усеченный угол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grpSp>
      <p:sp>
        <p:nvSpPr>
          <p:cNvPr id="35" name="Полилиния: Фигура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5" name="Номер слайда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rtlCol="0"/>
          <a:lstStyle>
            <a:lvl1pPr>
              <a:defRPr sz="1000">
                <a:solidFill>
                  <a:schemeClr val="bg1"/>
                </a:solidFill>
                <a:latin typeface="Trade Gothic LT Pro" panose="020B0503040303020004" pitchFamily="34" charset="0"/>
              </a:defRPr>
            </a:lvl1pPr>
          </a:lstStyle>
          <a:p>
            <a:pPr rtl="0"/>
            <a:fld id="{C263D6C4-4840-40CC-AC84-17E24B3B7BDE}" type="slidenum">
              <a:rPr lang="ru-RU" noProof="0" smtClean="0"/>
              <a:pPr/>
              <a:t>‹#›</a:t>
            </a:fld>
            <a:endParaRPr lang="ru-RU" noProof="0"/>
          </a:p>
        </p:txBody>
      </p:sp>
      <p:sp>
        <p:nvSpPr>
          <p:cNvPr id="21" name="Текст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rtlCol="0"/>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ru-RU" noProof="0" smtClean="0"/>
              <a:t>Образец текста</a:t>
            </a:r>
          </a:p>
        </p:txBody>
      </p:sp>
      <p:sp>
        <p:nvSpPr>
          <p:cNvPr id="22" name="Объект 2">
            <a:extLst>
              <a:ext uri="{FF2B5EF4-FFF2-40B4-BE49-F238E27FC236}">
                <a16:creationId xmlns:a16="http://schemas.microsoft.com/office/drawing/2014/main" id="{A015C605-1D30-48BC-A0D6-3B11AF56CC53}"/>
              </a:ext>
            </a:extLst>
          </p:cNvPr>
          <p:cNvSpPr>
            <a:spLocks noGrp="1"/>
          </p:cNvSpPr>
          <p:nvPr>
            <p:ph idx="1"/>
          </p:nvPr>
        </p:nvSpPr>
        <p:spPr>
          <a:xfrm>
            <a:off x="3964290" y="1444649"/>
            <a:ext cx="7694310" cy="4579079"/>
          </a:xfrm>
        </p:spPr>
        <p:txBody>
          <a:bodyPr rtlCol="0">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2000"/>
            </a:lvl6pPr>
            <a:lvl7pPr>
              <a:defRPr sz="2000"/>
            </a:lvl7pPr>
            <a:lvl8pPr>
              <a:defRPr sz="2000"/>
            </a:lvl8pPr>
            <a:lvl9pPr>
              <a:defRPr sz="2000"/>
            </a:lvl9pPr>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a:p>
        </p:txBody>
      </p:sp>
    </p:spTree>
    <p:extLst>
      <p:ext uri="{BB962C8B-B14F-4D97-AF65-F5344CB8AC3E}">
        <p14:creationId xmlns:p14="http://schemas.microsoft.com/office/powerpoint/2010/main" val="12129895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Пустой слайд">
    <p:spTree>
      <p:nvGrpSpPr>
        <p:cNvPr id="1" name=""/>
        <p:cNvGrpSpPr/>
        <p:nvPr/>
      </p:nvGrpSpPr>
      <p:grpSpPr>
        <a:xfrm>
          <a:off x="0" y="0"/>
          <a:ext cx="0" cy="0"/>
          <a:chOff x="0" y="0"/>
          <a:chExt cx="0" cy="0"/>
        </a:xfrm>
      </p:grpSpPr>
      <p:sp>
        <p:nvSpPr>
          <p:cNvPr id="18" name="Прямоугольник 17">
            <a:extLst>
              <a:ext uri="{FF2B5EF4-FFF2-40B4-BE49-F238E27FC236}">
                <a16:creationId xmlns:a16="http://schemas.microsoft.com/office/drawing/2014/main" id="{D4494CD2-CCDD-0248-96F8-741002C44255}"/>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19" name="Полилиния: фигура 9">
            <a:extLst>
              <a:ext uri="{FF2B5EF4-FFF2-40B4-BE49-F238E27FC236}">
                <a16:creationId xmlns:a16="http://schemas.microsoft.com/office/drawing/2014/main" id="{07077B00-C1EE-7241-B441-7814F92A7EDF}"/>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ru-RU" noProof="0"/>
          </a:p>
        </p:txBody>
      </p:sp>
      <p:sp>
        <p:nvSpPr>
          <p:cNvPr id="20" name="Полилиния: Фигура 17">
            <a:extLst>
              <a:ext uri="{FF2B5EF4-FFF2-40B4-BE49-F238E27FC236}">
                <a16:creationId xmlns:a16="http://schemas.microsoft.com/office/drawing/2014/main" id="{3A1AEBC4-637E-F64C-9192-69AC4BB26D0C}"/>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ru-RU" noProof="0"/>
          </a:p>
        </p:txBody>
      </p:sp>
      <p:sp>
        <p:nvSpPr>
          <p:cNvPr id="21" name="Полилиния: фигура 11">
            <a:extLst>
              <a:ext uri="{FF2B5EF4-FFF2-40B4-BE49-F238E27FC236}">
                <a16:creationId xmlns:a16="http://schemas.microsoft.com/office/drawing/2014/main" id="{669A7039-C54C-8E46-9A8B-DDB2547D989C}"/>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22" name="Полилиния: Фигура 7">
            <a:extLst>
              <a:ext uri="{FF2B5EF4-FFF2-40B4-BE49-F238E27FC236}">
                <a16:creationId xmlns:a16="http://schemas.microsoft.com/office/drawing/2014/main" id="{4F173B32-87BB-9A40-8C91-4C1EED2B7ABF}"/>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grpSp>
        <p:nvGrpSpPr>
          <p:cNvPr id="24" name="Группа 23">
            <a:extLst>
              <a:ext uri="{FF2B5EF4-FFF2-40B4-BE49-F238E27FC236}">
                <a16:creationId xmlns:a16="http://schemas.microsoft.com/office/drawing/2014/main" id="{4AC87F4E-12B5-1B42-AFD2-4DB39B7645C9}"/>
              </a:ext>
            </a:extLst>
          </p:cNvPr>
          <p:cNvGrpSpPr/>
          <p:nvPr userDrawn="1"/>
        </p:nvGrpSpPr>
        <p:grpSpPr>
          <a:xfrm rot="16200000">
            <a:off x="499388" y="-322655"/>
            <a:ext cx="535531" cy="645309"/>
            <a:chOff x="10945855" y="7317026"/>
            <a:chExt cx="2483924" cy="2993104"/>
          </a:xfrm>
        </p:grpSpPr>
        <p:sp>
          <p:nvSpPr>
            <p:cNvPr id="25" name="Полилиния: Фигура 15">
              <a:extLst>
                <a:ext uri="{FF2B5EF4-FFF2-40B4-BE49-F238E27FC236}">
                  <a16:creationId xmlns:a16="http://schemas.microsoft.com/office/drawing/2014/main" id="{03DD8765-59DF-A045-ADB5-E39FAEE153A0}"/>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26" name="Полилиния: Фигура 16">
              <a:extLst>
                <a:ext uri="{FF2B5EF4-FFF2-40B4-BE49-F238E27FC236}">
                  <a16:creationId xmlns:a16="http://schemas.microsoft.com/office/drawing/2014/main" id="{B34B796C-A407-7B4D-B4F0-E58A44FE8DB4}"/>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grpSp>
      <p:sp>
        <p:nvSpPr>
          <p:cNvPr id="30" name="Полилиния: Фигура 23">
            <a:extLst>
              <a:ext uri="{FF2B5EF4-FFF2-40B4-BE49-F238E27FC236}">
                <a16:creationId xmlns:a16="http://schemas.microsoft.com/office/drawing/2014/main" id="{CBE3FDC9-67CB-FA42-B127-A36BFF4678BB}"/>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31" name="Номер слайда 4">
            <a:extLst>
              <a:ext uri="{FF2B5EF4-FFF2-40B4-BE49-F238E27FC236}">
                <a16:creationId xmlns:a16="http://schemas.microsoft.com/office/drawing/2014/main" id="{1E902BFF-CA8F-D745-A819-A7BB38B30ED9}"/>
              </a:ext>
            </a:extLst>
          </p:cNvPr>
          <p:cNvSpPr>
            <a:spLocks noGrp="1"/>
          </p:cNvSpPr>
          <p:nvPr>
            <p:ph type="sldNum" sz="quarter" idx="12"/>
          </p:nvPr>
        </p:nvSpPr>
        <p:spPr>
          <a:xfrm>
            <a:off x="11252200" y="6315075"/>
            <a:ext cx="406400" cy="365125"/>
          </a:xfrm>
        </p:spPr>
        <p:txBody>
          <a:bodyPr rtlCol="0"/>
          <a:lstStyle>
            <a:lvl1pPr>
              <a:defRPr sz="1000">
                <a:solidFill>
                  <a:schemeClr val="bg1"/>
                </a:solidFill>
                <a:latin typeface="Trade Gothic LT Pro" panose="020B0503040303020004" pitchFamily="34" charset="0"/>
              </a:defRPr>
            </a:lvl1pPr>
          </a:lstStyle>
          <a:p>
            <a:pPr rtl="0"/>
            <a:fld id="{C263D6C4-4840-40CC-AC84-17E24B3B7BDE}" type="slidenum">
              <a:rPr lang="ru-RU" noProof="0" smtClean="0"/>
              <a:pPr/>
              <a:t>‹#›</a:t>
            </a:fld>
            <a:endParaRPr lang="ru-RU" noProof="0"/>
          </a:p>
        </p:txBody>
      </p:sp>
    </p:spTree>
    <p:extLst>
      <p:ext uri="{BB962C8B-B14F-4D97-AF65-F5344CB8AC3E}">
        <p14:creationId xmlns:p14="http://schemas.microsoft.com/office/powerpoint/2010/main" val="26723047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Спасибо (1)">
    <p:spTree>
      <p:nvGrpSpPr>
        <p:cNvPr id="1" name=""/>
        <p:cNvGrpSpPr/>
        <p:nvPr/>
      </p:nvGrpSpPr>
      <p:grpSpPr>
        <a:xfrm>
          <a:off x="0" y="0"/>
          <a:ext cx="0" cy="0"/>
          <a:chOff x="0" y="0"/>
          <a:chExt cx="0" cy="0"/>
        </a:xfrm>
      </p:grpSpPr>
      <p:sp>
        <p:nvSpPr>
          <p:cNvPr id="21" name="Прямоугольник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15" name="Полилиния: Фигура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16" name="Полилиния: фигура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20" name="Полилиния: Фигура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grpSp>
        <p:nvGrpSpPr>
          <p:cNvPr id="6" name="Группа 5">
            <a:extLst>
              <a:ext uri="{FF2B5EF4-FFF2-40B4-BE49-F238E27FC236}">
                <a16:creationId xmlns:a16="http://schemas.microsoft.com/office/drawing/2014/main" id="{EA7FF9D7-8545-4547-AC77-A0421EEB9B99}"/>
              </a:ext>
            </a:extLst>
          </p:cNvPr>
          <p:cNvGrpSpPr/>
          <p:nvPr userDrawn="1"/>
        </p:nvGrpSpPr>
        <p:grpSpPr>
          <a:xfrm>
            <a:off x="0" y="0"/>
            <a:ext cx="6881966" cy="6858876"/>
            <a:chOff x="-5321" y="1096"/>
            <a:chExt cx="5924073" cy="5904197"/>
          </a:xfrm>
        </p:grpSpPr>
        <p:sp>
          <p:nvSpPr>
            <p:cNvPr id="17" name="Прямоугольный треугольник 16">
              <a:extLst>
                <a:ext uri="{FF2B5EF4-FFF2-40B4-BE49-F238E27FC236}">
                  <a16:creationId xmlns:a16="http://schemas.microsoft.com/office/drawing/2014/main" id="{8DCD5806-2A2F-4ABF-8057-245681C498E6}"/>
                </a:ext>
              </a:extLst>
            </p:cNvPr>
            <p:cNvSpPr/>
            <p:nvPr userDrawn="1"/>
          </p:nvSpPr>
          <p:spPr>
            <a:xfrm rot="16200000" flipH="1" flipV="1">
              <a:off x="4618" y="-8842"/>
              <a:ext cx="5904196" cy="592407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18" name="Прямоугольный треугольник 17">
              <a:extLst>
                <a:ext uri="{FF2B5EF4-FFF2-40B4-BE49-F238E27FC236}">
                  <a16:creationId xmlns:a16="http://schemas.microsoft.com/office/drawing/2014/main" id="{3A93038F-E9E4-4FFD-B3DF-28DB7C2C1490}"/>
                </a:ext>
              </a:extLst>
            </p:cNvPr>
            <p:cNvSpPr/>
            <p:nvPr userDrawn="1"/>
          </p:nvSpPr>
          <p:spPr>
            <a:xfrm rot="16200000" flipH="1" flipV="1">
              <a:off x="3941" y="-8164"/>
              <a:ext cx="5501471" cy="551999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19" name="Прямоугольный треугольник 18">
              <a:extLst>
                <a:ext uri="{FF2B5EF4-FFF2-40B4-BE49-F238E27FC236}">
                  <a16:creationId xmlns:a16="http://schemas.microsoft.com/office/drawing/2014/main" id="{5DEA1E02-BBD0-4AE3-AF22-433B90272178}"/>
                </a:ext>
              </a:extLst>
            </p:cNvPr>
            <p:cNvSpPr/>
            <p:nvPr userDrawn="1"/>
          </p:nvSpPr>
          <p:spPr>
            <a:xfrm rot="16200000" flipH="1" flipV="1">
              <a:off x="3131" y="-7355"/>
              <a:ext cx="5019818" cy="5036720"/>
            </a:xfrm>
            <a:prstGeom prst="rtTriangle">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grpSp>
      <p:sp>
        <p:nvSpPr>
          <p:cNvPr id="2" name="Заголовок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5217242" y="2807208"/>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rtl="0"/>
            <a:r>
              <a:rPr lang="ru-RU" noProof="0"/>
              <a:t>Спасибо!</a:t>
            </a:r>
          </a:p>
        </p:txBody>
      </p:sp>
    </p:spTree>
    <p:extLst>
      <p:ext uri="{BB962C8B-B14F-4D97-AF65-F5344CB8AC3E}">
        <p14:creationId xmlns:p14="http://schemas.microsoft.com/office/powerpoint/2010/main" val="22363861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Спасибо (2)">
    <p:spTree>
      <p:nvGrpSpPr>
        <p:cNvPr id="1" name=""/>
        <p:cNvGrpSpPr/>
        <p:nvPr/>
      </p:nvGrpSpPr>
      <p:grpSpPr>
        <a:xfrm>
          <a:off x="0" y="0"/>
          <a:ext cx="0" cy="0"/>
          <a:chOff x="0" y="0"/>
          <a:chExt cx="0" cy="0"/>
        </a:xfrm>
      </p:grpSpPr>
      <p:sp>
        <p:nvSpPr>
          <p:cNvPr id="21" name="Прямоугольник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15" name="Полилиния: Фигура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16" name="Полилиния: фигура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20" name="Полилиния: Фигура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2" name="Заголовок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6360242" y="3429000"/>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rtl="0"/>
            <a:r>
              <a:rPr lang="ru-RU" noProof="0"/>
              <a:t>Спасибо!</a:t>
            </a:r>
          </a:p>
        </p:txBody>
      </p:sp>
      <p:sp>
        <p:nvSpPr>
          <p:cNvPr id="35" name="Полилиния: Фигура 34">
            <a:extLst>
              <a:ext uri="{FF2B5EF4-FFF2-40B4-BE49-F238E27FC236}">
                <a16:creationId xmlns:a16="http://schemas.microsoft.com/office/drawing/2014/main" id="{C024DCDB-C6BF-455E-AAB8-EAF9DAB302A1}"/>
              </a:ext>
            </a:extLst>
          </p:cNvPr>
          <p:cNvSpPr/>
          <p:nvPr userDrawn="1"/>
        </p:nvSpPr>
        <p:spPr>
          <a:xfrm rot="13500000">
            <a:off x="-729899" y="-1215856"/>
            <a:ext cx="6043521" cy="8427077"/>
          </a:xfrm>
          <a:custGeom>
            <a:avLst/>
            <a:gdLst>
              <a:gd name="connsiteX0" fmla="*/ 6043521 w 6043521"/>
              <a:gd name="connsiteY0" fmla="*/ 4267535 h 8427077"/>
              <a:gd name="connsiteX1" fmla="*/ 1883979 w 6043521"/>
              <a:gd name="connsiteY1" fmla="*/ 8427077 h 8427077"/>
              <a:gd name="connsiteX2" fmla="*/ 0 w 6043521"/>
              <a:gd name="connsiteY2" fmla="*/ 8427077 h 8427077"/>
              <a:gd name="connsiteX3" fmla="*/ 0 w 6043521"/>
              <a:gd name="connsiteY3" fmla="*/ 1775986 h 8427077"/>
              <a:gd name="connsiteX4" fmla="*/ 1775985 w 6043521"/>
              <a:gd name="connsiteY4" fmla="*/ 0 h 8427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8427077">
                <a:moveTo>
                  <a:pt x="6043521" y="4267535"/>
                </a:moveTo>
                <a:lnTo>
                  <a:pt x="1883979" y="8427077"/>
                </a:lnTo>
                <a:lnTo>
                  <a:pt x="0" y="8427077"/>
                </a:lnTo>
                <a:lnTo>
                  <a:pt x="0" y="1775986"/>
                </a:lnTo>
                <a:lnTo>
                  <a:pt x="1775985"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ru-RU" noProof="0"/>
          </a:p>
        </p:txBody>
      </p:sp>
      <p:sp>
        <p:nvSpPr>
          <p:cNvPr id="32" name="Полилиния: Фигура 31">
            <a:extLst>
              <a:ext uri="{FF2B5EF4-FFF2-40B4-BE49-F238E27FC236}">
                <a16:creationId xmlns:a16="http://schemas.microsoft.com/office/drawing/2014/main" id="{26AFB47A-5D51-4F9C-B01B-977CE5E3C093}"/>
              </a:ext>
            </a:extLst>
          </p:cNvPr>
          <p:cNvSpPr/>
          <p:nvPr userDrawn="1"/>
        </p:nvSpPr>
        <p:spPr>
          <a:xfrm rot="13500000">
            <a:off x="-1145231" y="-2123853"/>
            <a:ext cx="6043521" cy="9008880"/>
          </a:xfrm>
          <a:custGeom>
            <a:avLst/>
            <a:gdLst>
              <a:gd name="connsiteX0" fmla="*/ 6043521 w 6043521"/>
              <a:gd name="connsiteY0" fmla="*/ 4849338 h 9008880"/>
              <a:gd name="connsiteX1" fmla="*/ 1883979 w 6043521"/>
              <a:gd name="connsiteY1" fmla="*/ 9008880 h 9008880"/>
              <a:gd name="connsiteX2" fmla="*/ 0 w 6043521"/>
              <a:gd name="connsiteY2" fmla="*/ 9008880 h 9008880"/>
              <a:gd name="connsiteX3" fmla="*/ 0 w 6043521"/>
              <a:gd name="connsiteY3" fmla="*/ 1194182 h 9008880"/>
              <a:gd name="connsiteX4" fmla="*/ 1194182 w 6043521"/>
              <a:gd name="connsiteY4" fmla="*/ 0 h 900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9008880">
                <a:moveTo>
                  <a:pt x="6043521" y="4849338"/>
                </a:moveTo>
                <a:lnTo>
                  <a:pt x="1883979" y="9008880"/>
                </a:lnTo>
                <a:lnTo>
                  <a:pt x="0" y="9008880"/>
                </a:lnTo>
                <a:lnTo>
                  <a:pt x="0" y="1194182"/>
                </a:lnTo>
                <a:lnTo>
                  <a:pt x="1194182"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ru-RU" noProof="0"/>
          </a:p>
        </p:txBody>
      </p:sp>
      <p:sp>
        <p:nvSpPr>
          <p:cNvPr id="30" name="Полилиния: Фигура 29">
            <a:extLst>
              <a:ext uri="{FF2B5EF4-FFF2-40B4-BE49-F238E27FC236}">
                <a16:creationId xmlns:a16="http://schemas.microsoft.com/office/drawing/2014/main" id="{6997A4FF-7390-4173-8ACD-6CF7145AACEC}"/>
              </a:ext>
            </a:extLst>
          </p:cNvPr>
          <p:cNvSpPr/>
          <p:nvPr userDrawn="1"/>
        </p:nvSpPr>
        <p:spPr>
          <a:xfrm rot="18900000" flipH="1">
            <a:off x="-2681153" y="-465959"/>
            <a:ext cx="8639119" cy="5739762"/>
          </a:xfrm>
          <a:custGeom>
            <a:avLst/>
            <a:gdLst>
              <a:gd name="connsiteX0" fmla="*/ 3789781 w 8639119"/>
              <a:gd name="connsiteY0" fmla="*/ 0 h 5739762"/>
              <a:gd name="connsiteX1" fmla="*/ 0 w 8639119"/>
              <a:gd name="connsiteY1" fmla="*/ 3789782 h 5739762"/>
              <a:gd name="connsiteX2" fmla="*/ 0 w 8639119"/>
              <a:gd name="connsiteY2" fmla="*/ 5739761 h 5739762"/>
              <a:gd name="connsiteX3" fmla="*/ 7748695 w 8639119"/>
              <a:gd name="connsiteY3" fmla="*/ 5739762 h 5739762"/>
              <a:gd name="connsiteX4" fmla="*/ 8639119 w 8639119"/>
              <a:gd name="connsiteY4" fmla="*/ 4849338 h 5739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9119" h="5739762">
                <a:moveTo>
                  <a:pt x="3789781" y="0"/>
                </a:moveTo>
                <a:lnTo>
                  <a:pt x="0" y="3789782"/>
                </a:lnTo>
                <a:lnTo>
                  <a:pt x="0" y="5739761"/>
                </a:lnTo>
                <a:lnTo>
                  <a:pt x="7748695" y="5739762"/>
                </a:lnTo>
                <a:lnTo>
                  <a:pt x="8639119" y="4849338"/>
                </a:lnTo>
                <a:close/>
              </a:path>
            </a:pathLst>
          </a:custGeom>
          <a:solidFill>
            <a:schemeClr val="accent1">
              <a:lumMod val="50000"/>
              <a:alpha val="51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ru-RU" noProof="0"/>
          </a:p>
        </p:txBody>
      </p:sp>
    </p:spTree>
    <p:extLst>
      <p:ext uri="{BB962C8B-B14F-4D97-AF65-F5344CB8AC3E}">
        <p14:creationId xmlns:p14="http://schemas.microsoft.com/office/powerpoint/2010/main" val="1218518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61B0E15-6FC5-434E-8780-B186D9DB0CD0}"/>
              </a:ext>
            </a:extLst>
          </p:cNvPr>
          <p:cNvSpPr>
            <a:spLocks noGrp="1"/>
          </p:cNvSpPr>
          <p:nvPr>
            <p:ph type="title"/>
          </p:nvPr>
        </p:nvSpPr>
        <p:spPr>
          <a:xfrm>
            <a:off x="838200" y="365125"/>
            <a:ext cx="10820400" cy="1325563"/>
          </a:xfrm>
          <a:prstGeom prst="rect">
            <a:avLst/>
          </a:prstGeom>
        </p:spPr>
        <p:txBody>
          <a:bodyPr vert="horz" lIns="91440" tIns="45720" rIns="91440" bIns="45720" rtlCol="0" anchor="ctr">
            <a:normAutofit/>
          </a:bodyPr>
          <a:lstStyle/>
          <a:p>
            <a:pPr rtl="0"/>
            <a:r>
              <a:rPr lang="ru-RU" noProof="0"/>
              <a:t>Образец заголовка</a:t>
            </a:r>
          </a:p>
        </p:txBody>
      </p:sp>
      <p:sp>
        <p:nvSpPr>
          <p:cNvPr id="3" name="Текст 2">
            <a:extLst>
              <a:ext uri="{FF2B5EF4-FFF2-40B4-BE49-F238E27FC236}">
                <a16:creationId xmlns:a16="http://schemas.microsoft.com/office/drawing/2014/main" id="{A9C7B128-34F3-405C-B601-8BAFDB43499C}"/>
              </a:ext>
            </a:extLst>
          </p:cNvPr>
          <p:cNvSpPr>
            <a:spLocks noGrp="1"/>
          </p:cNvSpPr>
          <p:nvPr>
            <p:ph type="body" idx="1"/>
          </p:nvPr>
        </p:nvSpPr>
        <p:spPr>
          <a:xfrm>
            <a:off x="838200" y="1825625"/>
            <a:ext cx="10820400" cy="4351338"/>
          </a:xfrm>
          <a:prstGeom prst="rect">
            <a:avLst/>
          </a:prstGeom>
        </p:spPr>
        <p:txBody>
          <a:bodyPr vert="horz" lIns="91440" tIns="45720" rIns="91440" bIns="45720" rtlCol="0">
            <a:normAutofit/>
          </a:bodyPr>
          <a:lstStyle/>
          <a:p>
            <a:pPr lvl="0" rtl="0"/>
            <a:r>
              <a:rPr lang="ru-RU" noProof="0"/>
              <a:t>Образец текста</a:t>
            </a:r>
          </a:p>
          <a:p>
            <a:pPr lvl="1" rtl="0"/>
            <a:r>
              <a:rPr lang="ru-RU" noProof="0"/>
              <a:t>Второй уровень</a:t>
            </a:r>
          </a:p>
          <a:p>
            <a:pPr lvl="2" rtl="0"/>
            <a:r>
              <a:rPr lang="ru-RU" noProof="0"/>
              <a:t>Третий уровень</a:t>
            </a:r>
          </a:p>
          <a:p>
            <a:pPr lvl="3" rtl="0"/>
            <a:r>
              <a:rPr lang="ru-RU" noProof="0"/>
              <a:t>Четвертый уровень</a:t>
            </a:r>
          </a:p>
          <a:p>
            <a:pPr lvl="4" rtl="0"/>
            <a:r>
              <a:rPr lang="ru-RU" noProof="0"/>
              <a:t>Пятый уровень</a:t>
            </a:r>
          </a:p>
        </p:txBody>
      </p:sp>
      <p:sp>
        <p:nvSpPr>
          <p:cNvPr id="6" name="Номер слайда 5">
            <a:extLst>
              <a:ext uri="{FF2B5EF4-FFF2-40B4-BE49-F238E27FC236}">
                <a16:creationId xmlns:a16="http://schemas.microsoft.com/office/drawing/2014/main" id="{9F5A7754-E8C7-438B-922D-9027C6CF58E2}"/>
              </a:ext>
            </a:extLst>
          </p:cNvPr>
          <p:cNvSpPr>
            <a:spLocks noGrp="1"/>
          </p:cNvSpPr>
          <p:nvPr>
            <p:ph type="sldNum" sz="quarter" idx="4"/>
          </p:nvPr>
        </p:nvSpPr>
        <p:spPr>
          <a:xfrm>
            <a:off x="11112500" y="6356350"/>
            <a:ext cx="660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rtl="0"/>
            <a:fld id="{C263D6C4-4840-40CC-AC84-17E24B3B7BDE}" type="slidenum">
              <a:rPr lang="ru-RU" noProof="0" smtClean="0"/>
              <a:t>‹#›</a:t>
            </a:fld>
            <a:endParaRPr lang="ru-RU" noProof="0"/>
          </a:p>
        </p:txBody>
      </p:sp>
      <p:sp>
        <p:nvSpPr>
          <p:cNvPr id="5" name="Прямоугольник 4">
            <a:extLst>
              <a:ext uri="{FF2B5EF4-FFF2-40B4-BE49-F238E27FC236}">
                <a16:creationId xmlns:a16="http://schemas.microsoft.com/office/drawing/2014/main" id="{7CDDDB7D-9189-9548-A2B9-81DC62C3C1A3}"/>
              </a:ext>
            </a:extLst>
          </p:cNvPr>
          <p:cNvSpPr/>
          <p:nvPr userDrawn="1"/>
        </p:nvSpPr>
        <p:spPr>
          <a:xfrm>
            <a:off x="0" y="1"/>
            <a:ext cx="12192000" cy="685799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7" name="Полилиния: Фигура 9">
            <a:extLst>
              <a:ext uri="{FF2B5EF4-FFF2-40B4-BE49-F238E27FC236}">
                <a16:creationId xmlns:a16="http://schemas.microsoft.com/office/drawing/2014/main" id="{096D8877-6B4A-4540-8927-767DD7401718}"/>
              </a:ext>
            </a:extLst>
          </p:cNvPr>
          <p:cNvSpPr/>
          <p:nvPr userDrawn="1"/>
        </p:nvSpPr>
        <p:spPr>
          <a:xfrm>
            <a:off x="0" y="1"/>
            <a:ext cx="12192001" cy="6857999"/>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ru-RU" noProof="0"/>
          </a:p>
        </p:txBody>
      </p:sp>
      <p:sp>
        <p:nvSpPr>
          <p:cNvPr id="8" name="Полилиния: Фигура 17">
            <a:extLst>
              <a:ext uri="{FF2B5EF4-FFF2-40B4-BE49-F238E27FC236}">
                <a16:creationId xmlns:a16="http://schemas.microsoft.com/office/drawing/2014/main" id="{5AF2E123-FE0F-8541-8E36-5030C450AA7E}"/>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ru-RU" noProof="0"/>
          </a:p>
        </p:txBody>
      </p:sp>
      <p:sp>
        <p:nvSpPr>
          <p:cNvPr id="9" name="Полилиния: фигура 11">
            <a:extLst>
              <a:ext uri="{FF2B5EF4-FFF2-40B4-BE49-F238E27FC236}">
                <a16:creationId xmlns:a16="http://schemas.microsoft.com/office/drawing/2014/main" id="{E5519D99-3B68-924A-9CD0-14B911711CA8}"/>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10" name="Полилиния: Фигура 7">
            <a:extLst>
              <a:ext uri="{FF2B5EF4-FFF2-40B4-BE49-F238E27FC236}">
                <a16:creationId xmlns:a16="http://schemas.microsoft.com/office/drawing/2014/main" id="{A09E21A9-FBEF-144C-A152-FE484F3C55C1}"/>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11" name="Заголовок 1">
            <a:extLst>
              <a:ext uri="{FF2B5EF4-FFF2-40B4-BE49-F238E27FC236}">
                <a16:creationId xmlns:a16="http://schemas.microsoft.com/office/drawing/2014/main" id="{70C7F2CB-A8CE-1545-A08D-93592C4BAEEA}"/>
              </a:ext>
            </a:extLst>
          </p:cNvPr>
          <p:cNvSpPr txBox="1">
            <a:spLocks/>
          </p:cNvSpPr>
          <p:nvPr userDrawn="1"/>
        </p:nvSpPr>
        <p:spPr>
          <a:xfrm>
            <a:off x="444500" y="542925"/>
            <a:ext cx="11214100" cy="5355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Trebuchet MS" panose="020B0603020202020204" pitchFamily="34" charset="0"/>
                <a:ea typeface="+mj-ea"/>
                <a:cs typeface="+mj-cs"/>
              </a:defRPr>
            </a:lvl1pPr>
          </a:lstStyle>
          <a:p>
            <a:pPr rtl="0"/>
            <a:r>
              <a:rPr lang="ru-RU" noProof="0">
                <a:latin typeface="+mj-lt"/>
              </a:rPr>
              <a:t>Образец заголовка</a:t>
            </a:r>
          </a:p>
        </p:txBody>
      </p:sp>
      <p:grpSp>
        <p:nvGrpSpPr>
          <p:cNvPr id="12" name="Группа 11">
            <a:extLst>
              <a:ext uri="{FF2B5EF4-FFF2-40B4-BE49-F238E27FC236}">
                <a16:creationId xmlns:a16="http://schemas.microsoft.com/office/drawing/2014/main" id="{7068FCE4-1B47-3C4B-B091-013120A97D09}"/>
              </a:ext>
            </a:extLst>
          </p:cNvPr>
          <p:cNvGrpSpPr/>
          <p:nvPr userDrawn="1"/>
        </p:nvGrpSpPr>
        <p:grpSpPr>
          <a:xfrm rot="16200000">
            <a:off x="499388" y="-322655"/>
            <a:ext cx="535531" cy="645309"/>
            <a:chOff x="10945855" y="7317026"/>
            <a:chExt cx="2483924" cy="2993104"/>
          </a:xfrm>
        </p:grpSpPr>
        <p:sp>
          <p:nvSpPr>
            <p:cNvPr id="13" name="Полилиния: Фигура 15">
              <a:extLst>
                <a:ext uri="{FF2B5EF4-FFF2-40B4-BE49-F238E27FC236}">
                  <a16:creationId xmlns:a16="http://schemas.microsoft.com/office/drawing/2014/main" id="{FEC3FDE7-F27E-5E4E-8752-287CAB7792D4}"/>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14" name="Полилиния: Фигура 16">
              <a:extLst>
                <a:ext uri="{FF2B5EF4-FFF2-40B4-BE49-F238E27FC236}">
                  <a16:creationId xmlns:a16="http://schemas.microsoft.com/office/drawing/2014/main" id="{81C902DB-0D21-5044-82B6-9E7A70A1BF62}"/>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grpSp>
      <p:grpSp>
        <p:nvGrpSpPr>
          <p:cNvPr id="15" name="Группа 14">
            <a:extLst>
              <a:ext uri="{FF2B5EF4-FFF2-40B4-BE49-F238E27FC236}">
                <a16:creationId xmlns:a16="http://schemas.microsoft.com/office/drawing/2014/main" id="{BE1E08A0-195D-694F-947B-986A76FBB93E}"/>
              </a:ext>
            </a:extLst>
          </p:cNvPr>
          <p:cNvGrpSpPr/>
          <p:nvPr userDrawn="1"/>
        </p:nvGrpSpPr>
        <p:grpSpPr>
          <a:xfrm>
            <a:off x="-1" y="1357409"/>
            <a:ext cx="12192001" cy="4846320"/>
            <a:chOff x="-1" y="1357409"/>
            <a:chExt cx="12192001" cy="4917518"/>
          </a:xfrm>
        </p:grpSpPr>
        <p:sp>
          <p:nvSpPr>
            <p:cNvPr id="16" name="Прямоугольник: Усеченный угол 18">
              <a:extLst>
                <a:ext uri="{FF2B5EF4-FFF2-40B4-BE49-F238E27FC236}">
                  <a16:creationId xmlns:a16="http://schemas.microsoft.com/office/drawing/2014/main" id="{ED5DFFCD-1EE3-E64E-B51F-BD7D72413E0B}"/>
                </a:ext>
              </a:extLst>
            </p:cNvPr>
            <p:cNvSpPr/>
            <p:nvPr userDrawn="1"/>
          </p:nvSpPr>
          <p:spPr>
            <a:xfrm flipV="1">
              <a:off x="-1" y="1357409"/>
              <a:ext cx="12192000" cy="4917518"/>
            </a:xfrm>
            <a:prstGeom prst="snip1Rect">
              <a:avLst>
                <a:gd name="adj" fmla="val 0"/>
              </a:avLst>
            </a:prstGeom>
            <a:pattFill prst="dkVert">
              <a:fgClr>
                <a:schemeClr val="accent5"/>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rtl="0"/>
              <a:endParaRPr lang="ru-RU" noProof="0"/>
            </a:p>
          </p:txBody>
        </p:sp>
        <p:sp>
          <p:nvSpPr>
            <p:cNvPr id="17" name="Прямоугольник: Усеченный угол 2">
              <a:extLst>
                <a:ext uri="{FF2B5EF4-FFF2-40B4-BE49-F238E27FC236}">
                  <a16:creationId xmlns:a16="http://schemas.microsoft.com/office/drawing/2014/main" id="{C12DB3CA-8E64-AA43-BFBE-A2CA9A816DBE}"/>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grpSp>
      <p:sp>
        <p:nvSpPr>
          <p:cNvPr id="18" name="Полилиния: Фигура 23">
            <a:extLst>
              <a:ext uri="{FF2B5EF4-FFF2-40B4-BE49-F238E27FC236}">
                <a16:creationId xmlns:a16="http://schemas.microsoft.com/office/drawing/2014/main" id="{A587DEFD-D470-4142-8E0D-A71DDB147C92}"/>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19" name="Номер слайда 4">
            <a:extLst>
              <a:ext uri="{FF2B5EF4-FFF2-40B4-BE49-F238E27FC236}">
                <a16:creationId xmlns:a16="http://schemas.microsoft.com/office/drawing/2014/main" id="{7D9BF857-7910-734D-A217-5E3344220AA2}"/>
              </a:ext>
            </a:extLst>
          </p:cNvPr>
          <p:cNvSpPr txBox="1">
            <a:spLocks/>
          </p:cNvSpPr>
          <p:nvPr userDrawn="1"/>
        </p:nvSpPr>
        <p:spPr>
          <a:xfrm>
            <a:off x="11252200" y="6315075"/>
            <a:ext cx="406400" cy="365125"/>
          </a:xfrm>
          <a:prstGeom prst="rect">
            <a:avLst/>
          </a:prstGeom>
        </p:spPr>
        <p:txBody>
          <a:bodyPr rtlCol="0"/>
          <a:lstStyle>
            <a:defPPr>
              <a:defRPr lang="en-US"/>
            </a:defPPr>
            <a:lvl1pPr marL="0" algn="l"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fld id="{C263D6C4-4840-40CC-AC84-17E24B3B7BDE}" type="slidenum">
              <a:rPr lang="ru-RU" noProof="0" smtClean="0"/>
              <a:pPr/>
              <a:t>‹#›</a:t>
            </a:fld>
            <a:endParaRPr lang="ru-RU" noProof="0"/>
          </a:p>
        </p:txBody>
      </p:sp>
    </p:spTree>
    <p:extLst>
      <p:ext uri="{BB962C8B-B14F-4D97-AF65-F5344CB8AC3E}">
        <p14:creationId xmlns:p14="http://schemas.microsoft.com/office/powerpoint/2010/main" val="66609333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60" r:id="rId3"/>
    <p:sldLayoutId id="2147483666" r:id="rId4"/>
    <p:sldLayoutId id="2147483654" r:id="rId5"/>
    <p:sldLayoutId id="2147483661" r:id="rId6"/>
    <p:sldLayoutId id="2147483674" r:id="rId7"/>
    <p:sldLayoutId id="2147483665" r:id="rId8"/>
    <p:sldLayoutId id="2147483673" r:id="rId9"/>
    <p:sldLayoutId id="2147483662" r:id="rId10"/>
    <p:sldLayoutId id="2147483663" r:id="rId11"/>
    <p:sldLayoutId id="2147483664" r:id="rId12"/>
    <p:sldLayoutId id="2147483675" r:id="rId13"/>
    <p:sldLayoutId id="2147483676" r:id="rId14"/>
    <p:sldLayoutId id="2147483672" r:id="rId15"/>
    <p:sldLayoutId id="2147483667" r:id="rId16"/>
    <p:sldLayoutId id="2147483668" r:id="rId17"/>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36" userDrawn="1">
          <p15:clr>
            <a:srgbClr val="F26B43"/>
          </p15:clr>
        </p15:guide>
        <p15:guide id="4" orient="horz" pos="336" userDrawn="1">
          <p15:clr>
            <a:srgbClr val="F26B43"/>
          </p15:clr>
        </p15:guide>
        <p15:guide id="5" pos="7344" userDrawn="1">
          <p15:clr>
            <a:srgbClr val="F26B43"/>
          </p15:clr>
        </p15:guide>
        <p15:guide id="6" orient="horz" pos="398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png"/><Relationship Id="rId7" Type="http://schemas.openxmlformats.org/officeDocument/2006/relationships/image" Target="../media/image3.png"/><Relationship Id="rId12" Type="http://schemas.openxmlformats.org/officeDocument/2006/relationships/image" Target="../media/image10.svg"/><Relationship Id="rId2" Type="http://schemas.openxmlformats.org/officeDocument/2006/relationships/notesSlide" Target="../notesSlides/notesSlide6.xml"/><Relationship Id="rId1" Type="http://schemas.openxmlformats.org/officeDocument/2006/relationships/slideLayout" Target="../slideLayouts/slideLayout10.xml"/><Relationship Id="rId6" Type="http://schemas.openxmlformats.org/officeDocument/2006/relationships/image" Target="../media/image4.svg"/><Relationship Id="rId11" Type="http://schemas.openxmlformats.org/officeDocument/2006/relationships/image" Target="../media/image5.png"/><Relationship Id="rId5" Type="http://schemas.openxmlformats.org/officeDocument/2006/relationships/image" Target="../media/image2.png"/><Relationship Id="rId10" Type="http://schemas.openxmlformats.org/officeDocument/2006/relationships/image" Target="../media/image8.svg"/><Relationship Id="rId4" Type="http://schemas.openxmlformats.org/officeDocument/2006/relationships/image" Target="../media/image2.svg"/><Relationship Id="rId9"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3" Type="http://schemas.openxmlformats.org/officeDocument/2006/relationships/hyperlink" Target="https://support.office.com/ru-ru/article/%D0%A0%D0%B5%D0%B4%D0%B0%D0%BA%D1%82%D0%B8%D1%80%D0%BE%D0%B2%D0%B0%D0%BD%D0%B8%D0%B5-%D0%BF%D1%80%D0%B5%D0%B7%D0%B5%D0%BD%D1%82%D0%B0%D1%86%D0%B8%D0%B8-ff353d37-742a-4aa8-8bdd-6b1f488127a2?omkt=ru-RU&amp;ui=ru-RU&amp;rs=ru-RU&amp;ad=RU" TargetMode="External"/><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32BE5BF-9922-45FB-8F3F-4446D40A051B}"/>
              </a:ext>
            </a:extLst>
          </p:cNvPr>
          <p:cNvSpPr>
            <a:spLocks noGrp="1"/>
          </p:cNvSpPr>
          <p:nvPr>
            <p:ph type="ctrTitle"/>
          </p:nvPr>
        </p:nvSpPr>
        <p:spPr/>
        <p:txBody>
          <a:bodyPr rtlCol="0"/>
          <a:lstStyle/>
          <a:p>
            <a:pPr rtl="0"/>
            <a:r>
              <a:rPr lang="ru-RU"/>
              <a:t>Заголовок</a:t>
            </a:r>
          </a:p>
        </p:txBody>
      </p:sp>
      <p:sp>
        <p:nvSpPr>
          <p:cNvPr id="3" name="Подзаголовок 2">
            <a:extLst>
              <a:ext uri="{FF2B5EF4-FFF2-40B4-BE49-F238E27FC236}">
                <a16:creationId xmlns:a16="http://schemas.microsoft.com/office/drawing/2014/main" id="{0D537F64-4C96-4AA8-BB21-E8053A3186DD}"/>
              </a:ext>
            </a:extLst>
          </p:cNvPr>
          <p:cNvSpPr>
            <a:spLocks noGrp="1"/>
          </p:cNvSpPr>
          <p:nvPr>
            <p:ph type="subTitle" idx="1"/>
          </p:nvPr>
        </p:nvSpPr>
        <p:spPr/>
        <p:txBody>
          <a:bodyPr rtlCol="0"/>
          <a:lstStyle/>
          <a:p>
            <a:pPr marL="0" indent="0" rtl="0">
              <a:buNone/>
            </a:pPr>
            <a:r>
              <a:rPr lang="ru-RU"/>
              <a:t>Подзаголовок</a:t>
            </a:r>
          </a:p>
        </p:txBody>
      </p:sp>
    </p:spTree>
    <p:extLst>
      <p:ext uri="{BB962C8B-B14F-4D97-AF65-F5344CB8AC3E}">
        <p14:creationId xmlns:p14="http://schemas.microsoft.com/office/powerpoint/2010/main" val="3946934594"/>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E3BD8413-C238-49D7-A4E1-E8FEF1811A0E}"/>
              </a:ext>
            </a:extLst>
          </p:cNvPr>
          <p:cNvSpPr>
            <a:spLocks noGrp="1"/>
          </p:cNvSpPr>
          <p:nvPr>
            <p:ph type="title"/>
          </p:nvPr>
        </p:nvSpPr>
        <p:spPr/>
        <p:txBody>
          <a:bodyPr rtlCol="0"/>
          <a:lstStyle/>
          <a:p>
            <a:pPr rtl="0"/>
            <a:r>
              <a:rPr lang="ru-RU"/>
              <a:t>Заголовок раздела 01</a:t>
            </a:r>
          </a:p>
        </p:txBody>
      </p:sp>
      <p:sp>
        <p:nvSpPr>
          <p:cNvPr id="5" name="Текст 4">
            <a:extLst>
              <a:ext uri="{FF2B5EF4-FFF2-40B4-BE49-F238E27FC236}">
                <a16:creationId xmlns:a16="http://schemas.microsoft.com/office/drawing/2014/main" id="{0A95F4DE-39B7-4CE2-BC1E-8B8AE662A895}"/>
              </a:ext>
            </a:extLst>
          </p:cNvPr>
          <p:cNvSpPr>
            <a:spLocks noGrp="1"/>
          </p:cNvSpPr>
          <p:nvPr>
            <p:ph type="body" idx="1"/>
          </p:nvPr>
        </p:nvSpPr>
        <p:spPr/>
        <p:txBody>
          <a:bodyPr rtlCol="0"/>
          <a:lstStyle/>
          <a:p>
            <a:pPr rtl="0"/>
            <a:r>
              <a:rPr lang="ru-RU"/>
              <a:t>Подзаголовок</a:t>
            </a:r>
          </a:p>
        </p:txBody>
      </p:sp>
      <p:sp>
        <p:nvSpPr>
          <p:cNvPr id="2" name="Номер слайда 1">
            <a:extLst>
              <a:ext uri="{FF2B5EF4-FFF2-40B4-BE49-F238E27FC236}">
                <a16:creationId xmlns:a16="http://schemas.microsoft.com/office/drawing/2014/main" id="{0B24BF10-2B55-43AB-9F77-F1A1410384A9}"/>
              </a:ext>
            </a:extLst>
          </p:cNvPr>
          <p:cNvSpPr>
            <a:spLocks noGrp="1"/>
          </p:cNvSpPr>
          <p:nvPr>
            <p:ph type="sldNum" sz="quarter" idx="12"/>
          </p:nvPr>
        </p:nvSpPr>
        <p:spPr/>
        <p:txBody>
          <a:bodyPr rtlCol="0"/>
          <a:lstStyle/>
          <a:p>
            <a:pPr rtl="0"/>
            <a:fld id="{C263D6C4-4840-40CC-AC84-17E24B3B7BDE}" type="slidenum">
              <a:rPr lang="ru-RU" smtClean="0"/>
              <a:pPr/>
              <a:t>2</a:t>
            </a:fld>
            <a:endParaRPr lang="ru-RU"/>
          </a:p>
        </p:txBody>
      </p:sp>
    </p:spTree>
    <p:extLst>
      <p:ext uri="{BB962C8B-B14F-4D97-AF65-F5344CB8AC3E}">
        <p14:creationId xmlns:p14="http://schemas.microsoft.com/office/powerpoint/2010/main" val="2902794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BD179B88-D43C-4A31-9A52-3498E9430782}"/>
              </a:ext>
            </a:extLst>
          </p:cNvPr>
          <p:cNvSpPr>
            <a:spLocks noGrp="1"/>
          </p:cNvSpPr>
          <p:nvPr>
            <p:ph type="title"/>
          </p:nvPr>
        </p:nvSpPr>
        <p:spPr/>
        <p:txBody>
          <a:bodyPr rtlCol="0"/>
          <a:lstStyle/>
          <a:p>
            <a:pPr rtl="0"/>
            <a:r>
              <a:rPr lang="ru-RU"/>
              <a:t>Заголовок раздела 02</a:t>
            </a:r>
          </a:p>
        </p:txBody>
      </p:sp>
      <p:sp>
        <p:nvSpPr>
          <p:cNvPr id="5" name="Текст 4">
            <a:extLst>
              <a:ext uri="{FF2B5EF4-FFF2-40B4-BE49-F238E27FC236}">
                <a16:creationId xmlns:a16="http://schemas.microsoft.com/office/drawing/2014/main" id="{DCDDBE65-9AB1-4989-AF86-726591A6A128}"/>
              </a:ext>
            </a:extLst>
          </p:cNvPr>
          <p:cNvSpPr>
            <a:spLocks noGrp="1"/>
          </p:cNvSpPr>
          <p:nvPr>
            <p:ph type="body" idx="1"/>
          </p:nvPr>
        </p:nvSpPr>
        <p:spPr/>
        <p:txBody>
          <a:bodyPr rtlCol="0"/>
          <a:lstStyle/>
          <a:p>
            <a:pPr rtl="0"/>
            <a:r>
              <a:rPr lang="ru-RU"/>
              <a:t>Подзаголовок</a:t>
            </a:r>
          </a:p>
        </p:txBody>
      </p:sp>
      <p:sp>
        <p:nvSpPr>
          <p:cNvPr id="2" name="Номер слайда 1">
            <a:extLst>
              <a:ext uri="{FF2B5EF4-FFF2-40B4-BE49-F238E27FC236}">
                <a16:creationId xmlns:a16="http://schemas.microsoft.com/office/drawing/2014/main" id="{8B065C75-272B-4BB5-BA23-D80E8654D621}"/>
              </a:ext>
            </a:extLst>
          </p:cNvPr>
          <p:cNvSpPr>
            <a:spLocks noGrp="1"/>
          </p:cNvSpPr>
          <p:nvPr>
            <p:ph type="sldNum" sz="quarter" idx="12"/>
          </p:nvPr>
        </p:nvSpPr>
        <p:spPr/>
        <p:txBody>
          <a:bodyPr rtlCol="0"/>
          <a:lstStyle/>
          <a:p>
            <a:pPr rtl="0"/>
            <a:fld id="{C263D6C4-4840-40CC-AC84-17E24B3B7BDE}" type="slidenum">
              <a:rPr lang="ru-RU" smtClean="0"/>
              <a:pPr/>
              <a:t>3</a:t>
            </a:fld>
            <a:endParaRPr lang="ru-RU"/>
          </a:p>
        </p:txBody>
      </p:sp>
    </p:spTree>
    <p:extLst>
      <p:ext uri="{BB962C8B-B14F-4D97-AF65-F5344CB8AC3E}">
        <p14:creationId xmlns:p14="http://schemas.microsoft.com/office/powerpoint/2010/main" val="709828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6">
            <a:extLst>
              <a:ext uri="{FF2B5EF4-FFF2-40B4-BE49-F238E27FC236}">
                <a16:creationId xmlns:a16="http://schemas.microsoft.com/office/drawing/2014/main" id="{7875C19A-1AAE-476A-A316-A2CF92D763D3}"/>
              </a:ext>
            </a:extLst>
          </p:cNvPr>
          <p:cNvSpPr>
            <a:spLocks noGrp="1"/>
          </p:cNvSpPr>
          <p:nvPr>
            <p:ph type="title"/>
          </p:nvPr>
        </p:nvSpPr>
        <p:spPr/>
        <p:txBody>
          <a:bodyPr rtlCol="0"/>
          <a:lstStyle/>
          <a:p>
            <a:pPr rtl="0"/>
            <a:r>
              <a:rPr lang="ru-RU"/>
              <a:t>Заголовок</a:t>
            </a:r>
          </a:p>
        </p:txBody>
      </p:sp>
      <p:sp>
        <p:nvSpPr>
          <p:cNvPr id="10" name="Текст 9">
            <a:extLst>
              <a:ext uri="{FF2B5EF4-FFF2-40B4-BE49-F238E27FC236}">
                <a16:creationId xmlns:a16="http://schemas.microsoft.com/office/drawing/2014/main" id="{EF2BC084-E6DB-4DE7-B309-042A85EBA700}"/>
              </a:ext>
            </a:extLst>
          </p:cNvPr>
          <p:cNvSpPr>
            <a:spLocks noGrp="1"/>
          </p:cNvSpPr>
          <p:nvPr>
            <p:ph type="body" sz="quarter" idx="13"/>
          </p:nvPr>
        </p:nvSpPr>
        <p:spPr/>
        <p:txBody>
          <a:bodyPr rtlCol="0"/>
          <a:lstStyle/>
          <a:p>
            <a:pPr rtl="0"/>
            <a:r>
              <a:rPr lang="ru-RU"/>
              <a:t>Lorem ipsum dolor sit amet, consectetuer adipiscing elit. Maecenas porttitor congue massa. Fusce posuere, magna sed pulvinar ultricies, purus lectus malesuada libero, sit amet commodo magna eros quis urna.</a:t>
            </a:r>
          </a:p>
          <a:p>
            <a:pPr rtl="0"/>
            <a:r>
              <a:rPr lang="ru-RU"/>
              <a:t>Nunc viverra imperdiet enim. Fusce est. Vivamus a tellus.</a:t>
            </a:r>
          </a:p>
          <a:p>
            <a:pPr rtl="0"/>
            <a:r>
              <a:rPr lang="ru-RU"/>
              <a:t>Pellentesque habitant morbi tristique senectus et netus et malesuada fames ac turpis egestas. Proin pharetra nonummy pede. Mauris et orci.</a:t>
            </a:r>
          </a:p>
        </p:txBody>
      </p:sp>
      <p:sp>
        <p:nvSpPr>
          <p:cNvPr id="2" name="Номер слайда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rtlCol="0"/>
          <a:lstStyle/>
          <a:p>
            <a:pPr rtl="0"/>
            <a:fld id="{C263D6C4-4840-40CC-AC84-17E24B3B7BDE}" type="slidenum">
              <a:rPr lang="ru-RU" smtClean="0"/>
              <a:pPr/>
              <a:t>4</a:t>
            </a:fld>
            <a:endParaRPr lang="ru-RU"/>
          </a:p>
        </p:txBody>
      </p:sp>
    </p:spTree>
    <p:extLst>
      <p:ext uri="{BB962C8B-B14F-4D97-AF65-F5344CB8AC3E}">
        <p14:creationId xmlns:p14="http://schemas.microsoft.com/office/powerpoint/2010/main" val="3733486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315E3981-F0D7-482C-A8E0-6A57700BECA7}"/>
              </a:ext>
            </a:extLst>
          </p:cNvPr>
          <p:cNvSpPr>
            <a:spLocks noGrp="1"/>
          </p:cNvSpPr>
          <p:nvPr>
            <p:ph type="title"/>
          </p:nvPr>
        </p:nvSpPr>
        <p:spPr/>
        <p:txBody>
          <a:bodyPr rtlCol="0"/>
          <a:lstStyle/>
          <a:p>
            <a:pPr rtl="0"/>
            <a:r>
              <a:rPr lang="ru-RU"/>
              <a:t>Заголовок</a:t>
            </a:r>
          </a:p>
        </p:txBody>
      </p:sp>
      <p:sp>
        <p:nvSpPr>
          <p:cNvPr id="2" name="Номер слайда 1">
            <a:extLst>
              <a:ext uri="{FF2B5EF4-FFF2-40B4-BE49-F238E27FC236}">
                <a16:creationId xmlns:a16="http://schemas.microsoft.com/office/drawing/2014/main" id="{520FC4EE-F318-4344-9E3C-B950ADB63865}"/>
              </a:ext>
            </a:extLst>
          </p:cNvPr>
          <p:cNvSpPr>
            <a:spLocks noGrp="1"/>
          </p:cNvSpPr>
          <p:nvPr>
            <p:ph type="sldNum" sz="quarter" idx="12"/>
          </p:nvPr>
        </p:nvSpPr>
        <p:spPr/>
        <p:txBody>
          <a:bodyPr rtlCol="0"/>
          <a:lstStyle/>
          <a:p>
            <a:pPr rtl="0"/>
            <a:fld id="{C263D6C4-4840-40CC-AC84-17E24B3B7BDE}" type="slidenum">
              <a:rPr lang="ru-RU" smtClean="0"/>
              <a:pPr/>
              <a:t>5</a:t>
            </a:fld>
            <a:endParaRPr lang="ru-RU"/>
          </a:p>
        </p:txBody>
      </p:sp>
      <p:sp>
        <p:nvSpPr>
          <p:cNvPr id="7" name="Текст 6">
            <a:extLst>
              <a:ext uri="{FF2B5EF4-FFF2-40B4-BE49-F238E27FC236}">
                <a16:creationId xmlns:a16="http://schemas.microsoft.com/office/drawing/2014/main" id="{B74126B4-1E6C-4FFF-9282-40E18A85A07F}"/>
              </a:ext>
            </a:extLst>
          </p:cNvPr>
          <p:cNvSpPr>
            <a:spLocks noGrp="1"/>
          </p:cNvSpPr>
          <p:nvPr>
            <p:ph type="body" sz="quarter" idx="1"/>
          </p:nvPr>
        </p:nvSpPr>
        <p:spPr/>
        <p:txBody>
          <a:bodyPr rtlCol="0"/>
          <a:lstStyle/>
          <a:p>
            <a:pPr rtl="0"/>
            <a:r>
              <a:rPr lang="ru-RU"/>
              <a:t>Lorem ipsum dolor sit amet</a:t>
            </a:r>
          </a:p>
        </p:txBody>
      </p:sp>
      <p:sp>
        <p:nvSpPr>
          <p:cNvPr id="5" name="Текст 4">
            <a:extLst>
              <a:ext uri="{FF2B5EF4-FFF2-40B4-BE49-F238E27FC236}">
                <a16:creationId xmlns:a16="http://schemas.microsoft.com/office/drawing/2014/main" id="{E0C87788-476B-4620-8002-A5C1177AD6C1}"/>
              </a:ext>
            </a:extLst>
          </p:cNvPr>
          <p:cNvSpPr>
            <a:spLocks noGrp="1"/>
          </p:cNvSpPr>
          <p:nvPr>
            <p:ph type="body" sz="quarter" idx="3"/>
          </p:nvPr>
        </p:nvSpPr>
        <p:spPr/>
        <p:txBody>
          <a:bodyPr rtlCol="0"/>
          <a:lstStyle/>
          <a:p>
            <a:pPr rtl="0"/>
            <a:r>
              <a:rPr lang="ru-RU"/>
              <a:t>Lorem ipsum dolor sit amet</a:t>
            </a:r>
          </a:p>
        </p:txBody>
      </p:sp>
      <p:sp>
        <p:nvSpPr>
          <p:cNvPr id="8" name="Текст 7">
            <a:extLst>
              <a:ext uri="{FF2B5EF4-FFF2-40B4-BE49-F238E27FC236}">
                <a16:creationId xmlns:a16="http://schemas.microsoft.com/office/drawing/2014/main" id="{47DC4E62-1A34-4F98-A451-214F1808519C}"/>
              </a:ext>
            </a:extLst>
          </p:cNvPr>
          <p:cNvSpPr>
            <a:spLocks noGrp="1"/>
          </p:cNvSpPr>
          <p:nvPr>
            <p:ph type="body" sz="quarter" idx="2"/>
          </p:nvPr>
        </p:nvSpPr>
        <p:spPr/>
        <p:txBody>
          <a:bodyPr rtlCol="0"/>
          <a:lstStyle/>
          <a:p>
            <a:pPr rtl="0"/>
            <a:r>
              <a:rPr lang="ru-RU"/>
              <a:t>Lorem ipsum dolor sit amet, consectetuer adipiscing elit. Maecenas porttitor congue massa. Fusce posuere, magna sed pulvinar ultricies, purus lectus malesuada libero, sit amet commodo magna eros quis urna. Nunc viverra imperdiet enim. Fusce est. Vivamus a tellus.</a:t>
            </a:r>
          </a:p>
          <a:p>
            <a:pPr rtl="0"/>
            <a:r>
              <a:rPr lang="ru-RU"/>
              <a:t>Pellentesque habitant morbi tristique senectus et netus et malesuada fames ac turpis egestas. Proin pharetra nonummy pede. Mauris et orci.</a:t>
            </a:r>
          </a:p>
          <a:p>
            <a:pPr rtl="0"/>
            <a:endParaRPr lang="ru-RU"/>
          </a:p>
          <a:p>
            <a:pPr rtl="0"/>
            <a:endParaRPr lang="ru-RU"/>
          </a:p>
        </p:txBody>
      </p:sp>
      <p:sp>
        <p:nvSpPr>
          <p:cNvPr id="6" name="Текст 5">
            <a:extLst>
              <a:ext uri="{FF2B5EF4-FFF2-40B4-BE49-F238E27FC236}">
                <a16:creationId xmlns:a16="http://schemas.microsoft.com/office/drawing/2014/main" id="{000A9570-5EF6-4AFB-9FCA-7C8998E3FEB1}"/>
              </a:ext>
            </a:extLst>
          </p:cNvPr>
          <p:cNvSpPr>
            <a:spLocks noGrp="1"/>
          </p:cNvSpPr>
          <p:nvPr>
            <p:ph type="body" sz="quarter" idx="4"/>
          </p:nvPr>
        </p:nvSpPr>
        <p:spPr/>
        <p:txBody>
          <a:bodyPr rtlCol="0"/>
          <a:lstStyle/>
          <a:p>
            <a:pPr rtl="0"/>
            <a:r>
              <a:rPr lang="ru-RU"/>
              <a:t>Lorem ipsum dolor sit amet, consectetuer adipiscing elit. Maecenas porttitor congue massa. Fusce posuere, magna sed pulvinar ultricies, purus lectus malesuada libero, sit amet commodo magna eros quis urna. Nunc viverra imperdiet enim. Fusce est. Vivamus a tellus.</a:t>
            </a:r>
          </a:p>
          <a:p>
            <a:pPr rtl="0"/>
            <a:r>
              <a:rPr lang="ru-RU"/>
              <a:t>Pellentesque habitant morbi tristique senectus et netus et malesuada fames ac turpis egestas. Proin pharetra nonummy pede. Mauris et orci.</a:t>
            </a:r>
          </a:p>
          <a:p>
            <a:pPr rtl="0"/>
            <a:endParaRPr lang="ru-RU"/>
          </a:p>
        </p:txBody>
      </p:sp>
    </p:spTree>
    <p:extLst>
      <p:ext uri="{BB962C8B-B14F-4D97-AF65-F5344CB8AC3E}">
        <p14:creationId xmlns:p14="http://schemas.microsoft.com/office/powerpoint/2010/main" val="360727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315E3981-F0D7-482C-A8E0-6A57700BECA7}"/>
              </a:ext>
            </a:extLst>
          </p:cNvPr>
          <p:cNvSpPr>
            <a:spLocks noGrp="1"/>
          </p:cNvSpPr>
          <p:nvPr>
            <p:ph type="title"/>
          </p:nvPr>
        </p:nvSpPr>
        <p:spPr/>
        <p:txBody>
          <a:bodyPr rtlCol="0"/>
          <a:lstStyle/>
          <a:p>
            <a:pPr rtl="0"/>
            <a:r>
              <a:rPr lang="ru-RU"/>
              <a:t>Заголовок</a:t>
            </a:r>
          </a:p>
        </p:txBody>
      </p:sp>
      <p:pic>
        <p:nvPicPr>
          <p:cNvPr id="25" name="Рисунок 24" descr="Линейчатая диаграмма">
            <a:extLst>
              <a:ext uri="{FF2B5EF4-FFF2-40B4-BE49-F238E27FC236}">
                <a16:creationId xmlns:a16="http://schemas.microsoft.com/office/drawing/2014/main" id="{C03AAFA7-022A-47F8-9DA1-7DC3897D1E52}"/>
              </a:ext>
            </a:extLst>
          </p:cNvPr>
          <p:cNvPicPr>
            <a:picLocks noGrp="1" noChangeAspect="1"/>
          </p:cNvPicPr>
          <p:nvPr>
            <p:ph type="pic" sz="quarter" idx="13"/>
          </p:nvPr>
        </p:nvPicPr>
        <p:blipFill>
          <a:blip r:embed="rId3">
            <a:extLst>
              <a:ext uri="{28A0092B-C50C-407E-A947-70E740481C1C}">
                <a14:useLocalDpi xmlns:a14="http://schemas.microsoft.com/office/drawing/2010/main"/>
              </a:ext>
              <a:ext uri="{96DAC541-7B7A-43D3-8B79-37D633B846F1}">
                <asvg:svgBlip xmlns:asvg="http://schemas.microsoft.com/office/drawing/2016/SVG/main" xmlns="" r:embed="rId4"/>
              </a:ext>
            </a:extLst>
          </a:blip>
          <a:srcRect t="63" b="63"/>
          <a:stretch>
            <a:fillRect/>
          </a:stretch>
        </p:blipFill>
        <p:spPr>
          <a:xfrm>
            <a:off x="978212" y="2096716"/>
            <a:ext cx="1259505" cy="1259505"/>
          </a:xfrm>
        </p:spPr>
      </p:pic>
      <p:sp>
        <p:nvSpPr>
          <p:cNvPr id="19" name="Текст 18">
            <a:extLst>
              <a:ext uri="{FF2B5EF4-FFF2-40B4-BE49-F238E27FC236}">
                <a16:creationId xmlns:a16="http://schemas.microsoft.com/office/drawing/2014/main" id="{782206B1-586F-4254-9B36-D06C4E294ACF}"/>
              </a:ext>
            </a:extLst>
          </p:cNvPr>
          <p:cNvSpPr>
            <a:spLocks noGrp="1"/>
          </p:cNvSpPr>
          <p:nvPr>
            <p:ph type="body" sz="quarter" idx="18"/>
          </p:nvPr>
        </p:nvSpPr>
        <p:spPr/>
        <p:txBody>
          <a:bodyPr rtlCol="0"/>
          <a:lstStyle/>
          <a:p>
            <a:pPr rtl="0"/>
            <a:r>
              <a:rPr lang="ru-RU"/>
              <a:t>Заголовок 01 отображается здесь</a:t>
            </a:r>
          </a:p>
        </p:txBody>
      </p:sp>
      <p:pic>
        <p:nvPicPr>
          <p:cNvPr id="27" name="Рисунок 26" descr="Часы">
            <a:extLst>
              <a:ext uri="{FF2B5EF4-FFF2-40B4-BE49-F238E27FC236}">
                <a16:creationId xmlns:a16="http://schemas.microsoft.com/office/drawing/2014/main" id="{6F737161-FE67-434D-A781-59EDB9EDCB23}"/>
              </a:ext>
            </a:extLst>
          </p:cNvPr>
          <p:cNvPicPr>
            <a:picLocks noGrp="1" noChangeAspect="1"/>
          </p:cNvPicPr>
          <p:nvPr>
            <p:ph type="pic" sz="quarter" idx="14"/>
          </p:nvPr>
        </p:nvPicPr>
        <p:blipFill>
          <a:blip r:embed="rId5">
            <a:extLst>
              <a:ext uri="{28A0092B-C50C-407E-A947-70E740481C1C}">
                <a14:useLocalDpi xmlns:a14="http://schemas.microsoft.com/office/drawing/2010/main"/>
              </a:ext>
              <a:ext uri="{96DAC541-7B7A-43D3-8B79-37D633B846F1}">
                <asvg:svgBlip xmlns:asvg="http://schemas.microsoft.com/office/drawing/2016/SVG/main" xmlns="" r:embed="rId6"/>
              </a:ext>
            </a:extLst>
          </a:blip>
          <a:srcRect/>
          <a:stretch>
            <a:fillRect/>
          </a:stretch>
        </p:blipFill>
        <p:spPr/>
      </p:pic>
      <p:sp>
        <p:nvSpPr>
          <p:cNvPr id="20" name="Текст 19">
            <a:extLst>
              <a:ext uri="{FF2B5EF4-FFF2-40B4-BE49-F238E27FC236}">
                <a16:creationId xmlns:a16="http://schemas.microsoft.com/office/drawing/2014/main" id="{CB924A29-3538-4A3F-82A6-D2A7538C2111}"/>
              </a:ext>
            </a:extLst>
          </p:cNvPr>
          <p:cNvSpPr>
            <a:spLocks noGrp="1"/>
          </p:cNvSpPr>
          <p:nvPr>
            <p:ph type="body" sz="quarter" idx="19"/>
          </p:nvPr>
        </p:nvSpPr>
        <p:spPr/>
        <p:txBody>
          <a:bodyPr rtlCol="0"/>
          <a:lstStyle/>
          <a:p>
            <a:pPr rtl="0"/>
            <a:r>
              <a:rPr lang="ru-RU"/>
              <a:t>Заголовок 02 отображается здесь</a:t>
            </a:r>
          </a:p>
        </p:txBody>
      </p:sp>
      <p:pic>
        <p:nvPicPr>
          <p:cNvPr id="29" name="Рисунок 28" descr="Микроскоп">
            <a:extLst>
              <a:ext uri="{FF2B5EF4-FFF2-40B4-BE49-F238E27FC236}">
                <a16:creationId xmlns:a16="http://schemas.microsoft.com/office/drawing/2014/main" id="{9E5BF01B-21D6-4D43-9CAE-0298685C1A7B}"/>
              </a:ext>
            </a:extLst>
          </p:cNvPr>
          <p:cNvPicPr>
            <a:picLocks noGrp="1" noChangeAspect="1"/>
          </p:cNvPicPr>
          <p:nvPr>
            <p:ph type="pic" sz="quarter" idx="15"/>
          </p:nvPr>
        </p:nvPicPr>
        <p:blipFill>
          <a:blip r:embed="rId7">
            <a:extLst>
              <a:ext uri="{28A0092B-C50C-407E-A947-70E740481C1C}">
                <a14:useLocalDpi xmlns:a14="http://schemas.microsoft.com/office/drawing/2010/main"/>
              </a:ext>
              <a:ext uri="{96DAC541-7B7A-43D3-8B79-37D633B846F1}">
                <asvg:svgBlip xmlns:asvg="http://schemas.microsoft.com/office/drawing/2016/SVG/main" xmlns="" r:embed="rId8"/>
              </a:ext>
            </a:extLst>
          </a:blip>
          <a:srcRect t="63" b="63"/>
          <a:stretch>
            <a:fillRect/>
          </a:stretch>
        </p:blipFill>
        <p:spPr/>
      </p:pic>
      <p:sp>
        <p:nvSpPr>
          <p:cNvPr id="21" name="Текст 20">
            <a:extLst>
              <a:ext uri="{FF2B5EF4-FFF2-40B4-BE49-F238E27FC236}">
                <a16:creationId xmlns:a16="http://schemas.microsoft.com/office/drawing/2014/main" id="{1B8F0371-4F69-4131-91BF-9AB99E6EE89B}"/>
              </a:ext>
            </a:extLst>
          </p:cNvPr>
          <p:cNvSpPr>
            <a:spLocks noGrp="1"/>
          </p:cNvSpPr>
          <p:nvPr>
            <p:ph type="body" sz="quarter" idx="20"/>
          </p:nvPr>
        </p:nvSpPr>
        <p:spPr/>
        <p:txBody>
          <a:bodyPr rtlCol="0"/>
          <a:lstStyle/>
          <a:p>
            <a:pPr rtl="0"/>
            <a:r>
              <a:rPr lang="ru-RU"/>
              <a:t>Заголовок 03 отображается здесь</a:t>
            </a:r>
          </a:p>
        </p:txBody>
      </p:sp>
      <p:pic>
        <p:nvPicPr>
          <p:cNvPr id="31" name="Рисунок 30" descr="Увеличительное стекло">
            <a:extLst>
              <a:ext uri="{FF2B5EF4-FFF2-40B4-BE49-F238E27FC236}">
                <a16:creationId xmlns:a16="http://schemas.microsoft.com/office/drawing/2014/main" id="{089E8AB6-C16E-4752-810F-8F98DB929DB5}"/>
              </a:ext>
            </a:extLst>
          </p:cNvPr>
          <p:cNvPicPr>
            <a:picLocks noGrp="1" noChangeAspect="1"/>
          </p:cNvPicPr>
          <p:nvPr>
            <p:ph type="pic" sz="quarter" idx="16"/>
          </p:nvPr>
        </p:nvPicPr>
        <p:blipFill>
          <a:blip r:embed="rId9">
            <a:extLst>
              <a:ext uri="{28A0092B-C50C-407E-A947-70E740481C1C}">
                <a14:useLocalDpi xmlns:a14="http://schemas.microsoft.com/office/drawing/2010/main"/>
              </a:ext>
              <a:ext uri="{96DAC541-7B7A-43D3-8B79-37D633B846F1}">
                <asvg:svgBlip xmlns:asvg="http://schemas.microsoft.com/office/drawing/2016/SVG/main" xmlns="" r:embed="rId10"/>
              </a:ext>
            </a:extLst>
          </a:blip>
          <a:srcRect/>
          <a:stretch>
            <a:fillRect/>
          </a:stretch>
        </p:blipFill>
        <p:spPr/>
      </p:pic>
      <p:sp>
        <p:nvSpPr>
          <p:cNvPr id="22" name="Текст 21">
            <a:extLst>
              <a:ext uri="{FF2B5EF4-FFF2-40B4-BE49-F238E27FC236}">
                <a16:creationId xmlns:a16="http://schemas.microsoft.com/office/drawing/2014/main" id="{78CACAF1-61EA-4605-A8FE-2EEE752B49FF}"/>
              </a:ext>
            </a:extLst>
          </p:cNvPr>
          <p:cNvSpPr>
            <a:spLocks noGrp="1"/>
          </p:cNvSpPr>
          <p:nvPr>
            <p:ph type="body" sz="quarter" idx="21"/>
          </p:nvPr>
        </p:nvSpPr>
        <p:spPr/>
        <p:txBody>
          <a:bodyPr rtlCol="0"/>
          <a:lstStyle/>
          <a:p>
            <a:pPr rtl="0"/>
            <a:r>
              <a:rPr lang="ru-RU"/>
              <a:t>Заголовок 04 отображается здесь</a:t>
            </a:r>
          </a:p>
        </p:txBody>
      </p:sp>
      <p:pic>
        <p:nvPicPr>
          <p:cNvPr id="33" name="Рисунок 32" descr="Голова с шестеренками">
            <a:extLst>
              <a:ext uri="{FF2B5EF4-FFF2-40B4-BE49-F238E27FC236}">
                <a16:creationId xmlns:a16="http://schemas.microsoft.com/office/drawing/2014/main" id="{CC9DBBE5-5AD0-41E8-A719-84509E5D9F9E}"/>
              </a:ext>
            </a:extLst>
          </p:cNvPr>
          <p:cNvPicPr>
            <a:picLocks noGrp="1" noChangeAspect="1"/>
          </p:cNvPicPr>
          <p:nvPr>
            <p:ph type="pic" sz="quarter" idx="17"/>
          </p:nvPr>
        </p:nvPicPr>
        <p:blipFill>
          <a:blip r:embed="rId11">
            <a:extLst>
              <a:ext uri="{28A0092B-C50C-407E-A947-70E740481C1C}">
                <a14:useLocalDpi xmlns:a14="http://schemas.microsoft.com/office/drawing/2010/main"/>
              </a:ext>
              <a:ext uri="{96DAC541-7B7A-43D3-8B79-37D633B846F1}">
                <asvg:svgBlip xmlns:asvg="http://schemas.microsoft.com/office/drawing/2016/SVG/main" xmlns="" r:embed="rId12"/>
              </a:ext>
            </a:extLst>
          </a:blip>
          <a:srcRect t="63" b="63"/>
          <a:stretch>
            <a:fillRect/>
          </a:stretch>
        </p:blipFill>
        <p:spPr/>
      </p:pic>
      <p:sp>
        <p:nvSpPr>
          <p:cNvPr id="23" name="Текст 22">
            <a:extLst>
              <a:ext uri="{FF2B5EF4-FFF2-40B4-BE49-F238E27FC236}">
                <a16:creationId xmlns:a16="http://schemas.microsoft.com/office/drawing/2014/main" id="{8D05A34F-7712-46DB-AB5B-272E294B62EE}"/>
              </a:ext>
            </a:extLst>
          </p:cNvPr>
          <p:cNvSpPr>
            <a:spLocks noGrp="1"/>
          </p:cNvSpPr>
          <p:nvPr>
            <p:ph type="body" sz="quarter" idx="22"/>
          </p:nvPr>
        </p:nvSpPr>
        <p:spPr/>
        <p:txBody>
          <a:bodyPr rtlCol="0"/>
          <a:lstStyle/>
          <a:p>
            <a:pPr rtl="0"/>
            <a:r>
              <a:rPr lang="ru-RU"/>
              <a:t>Заголовок 05 отображается здесь</a:t>
            </a:r>
          </a:p>
        </p:txBody>
      </p:sp>
      <p:sp>
        <p:nvSpPr>
          <p:cNvPr id="2" name="Номер слайда 1">
            <a:extLst>
              <a:ext uri="{FF2B5EF4-FFF2-40B4-BE49-F238E27FC236}">
                <a16:creationId xmlns:a16="http://schemas.microsoft.com/office/drawing/2014/main" id="{CC1F11E7-EDE5-4119-BA64-4FC57C285D19}"/>
              </a:ext>
            </a:extLst>
          </p:cNvPr>
          <p:cNvSpPr>
            <a:spLocks noGrp="1"/>
          </p:cNvSpPr>
          <p:nvPr>
            <p:ph type="sldNum" sz="quarter" idx="12"/>
          </p:nvPr>
        </p:nvSpPr>
        <p:spPr/>
        <p:txBody>
          <a:bodyPr rtlCol="0"/>
          <a:lstStyle/>
          <a:p>
            <a:pPr rtl="0"/>
            <a:fld id="{C263D6C4-4840-40CC-AC84-17E24B3B7BDE}" type="slidenum">
              <a:rPr lang="ru-RU" smtClean="0"/>
              <a:pPr/>
              <a:t>6</a:t>
            </a:fld>
            <a:endParaRPr lang="ru-RU"/>
          </a:p>
        </p:txBody>
      </p:sp>
    </p:spTree>
    <p:extLst>
      <p:ext uri="{BB962C8B-B14F-4D97-AF65-F5344CB8AC3E}">
        <p14:creationId xmlns:p14="http://schemas.microsoft.com/office/powerpoint/2010/main" val="38921314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315E3981-F0D7-482C-A8E0-6A57700BECA7}"/>
              </a:ext>
            </a:extLst>
          </p:cNvPr>
          <p:cNvSpPr>
            <a:spLocks noGrp="1"/>
          </p:cNvSpPr>
          <p:nvPr>
            <p:ph type="title"/>
          </p:nvPr>
        </p:nvSpPr>
        <p:spPr/>
        <p:txBody>
          <a:bodyPr rtlCol="0"/>
          <a:lstStyle/>
          <a:p>
            <a:pPr rtl="0"/>
            <a:r>
              <a:rPr lang="ru-RU"/>
              <a:t>Заголовок</a:t>
            </a:r>
          </a:p>
        </p:txBody>
      </p:sp>
      <p:pic>
        <p:nvPicPr>
          <p:cNvPr id="20" name="Рисунок 19" descr="Треугольный конструктивный шаблон с аналитикой">
            <a:extLst>
              <a:ext uri="{FF2B5EF4-FFF2-40B4-BE49-F238E27FC236}">
                <a16:creationId xmlns:a16="http://schemas.microsoft.com/office/drawing/2014/main" id="{3DCA2B8E-64D3-7645-8DEB-688ED5756F52}"/>
              </a:ext>
            </a:extLst>
          </p:cNvPr>
          <p:cNvPicPr>
            <a:picLocks noGrp="1" noChangeAspect="1"/>
          </p:cNvPicPr>
          <p:nvPr>
            <p:ph type="pic" sz="quarter" idx="19"/>
          </p:nvPr>
        </p:nvPicPr>
        <p:blipFill>
          <a:blip r:embed="rId3">
            <a:extLst>
              <a:ext uri="{28A0092B-C50C-407E-A947-70E740481C1C}">
                <a14:useLocalDpi xmlns:a14="http://schemas.microsoft.com/office/drawing/2010/main" val="0"/>
              </a:ext>
            </a:extLst>
          </a:blip>
          <a:srcRect/>
          <a:stretch>
            <a:fillRect/>
          </a:stretch>
        </p:blipFill>
        <p:spPr/>
      </p:pic>
      <p:sp>
        <p:nvSpPr>
          <p:cNvPr id="19" name="Текст 18">
            <a:extLst>
              <a:ext uri="{FF2B5EF4-FFF2-40B4-BE49-F238E27FC236}">
                <a16:creationId xmlns:a16="http://schemas.microsoft.com/office/drawing/2014/main" id="{782206B1-586F-4254-9B36-D06C4E294ACF}"/>
              </a:ext>
            </a:extLst>
          </p:cNvPr>
          <p:cNvSpPr>
            <a:spLocks noGrp="1"/>
          </p:cNvSpPr>
          <p:nvPr>
            <p:ph type="body" sz="quarter" idx="18"/>
          </p:nvPr>
        </p:nvSpPr>
        <p:spPr/>
        <p:txBody>
          <a:bodyPr rtlCol="0"/>
          <a:lstStyle/>
          <a:p>
            <a:pPr rtl="0"/>
            <a:r>
              <a:rPr lang="ru-RU"/>
              <a:t>Заголовок 01 отображается здесь</a:t>
            </a:r>
          </a:p>
        </p:txBody>
      </p:sp>
      <p:sp>
        <p:nvSpPr>
          <p:cNvPr id="21" name="Текст 20">
            <a:extLst>
              <a:ext uri="{FF2B5EF4-FFF2-40B4-BE49-F238E27FC236}">
                <a16:creationId xmlns:a16="http://schemas.microsoft.com/office/drawing/2014/main" id="{1B8F0371-4F69-4131-91BF-9AB99E6EE89B}"/>
              </a:ext>
            </a:extLst>
          </p:cNvPr>
          <p:cNvSpPr>
            <a:spLocks noGrp="1"/>
          </p:cNvSpPr>
          <p:nvPr>
            <p:ph type="body" sz="quarter" idx="20"/>
          </p:nvPr>
        </p:nvSpPr>
        <p:spPr/>
        <p:txBody>
          <a:bodyPr rtlCol="0"/>
          <a:lstStyle/>
          <a:p>
            <a:pPr rtl="0"/>
            <a:r>
              <a:rPr lang="ru-RU"/>
              <a:t>Заголовок 02 отображается здесь</a:t>
            </a:r>
          </a:p>
        </p:txBody>
      </p:sp>
      <p:sp>
        <p:nvSpPr>
          <p:cNvPr id="22" name="Текст 21">
            <a:extLst>
              <a:ext uri="{FF2B5EF4-FFF2-40B4-BE49-F238E27FC236}">
                <a16:creationId xmlns:a16="http://schemas.microsoft.com/office/drawing/2014/main" id="{78CACAF1-61EA-4605-A8FE-2EEE752B49FF}"/>
              </a:ext>
            </a:extLst>
          </p:cNvPr>
          <p:cNvSpPr>
            <a:spLocks noGrp="1"/>
          </p:cNvSpPr>
          <p:nvPr>
            <p:ph type="body" sz="quarter" idx="21"/>
          </p:nvPr>
        </p:nvSpPr>
        <p:spPr/>
        <p:txBody>
          <a:bodyPr rtlCol="0"/>
          <a:lstStyle/>
          <a:p>
            <a:pPr rtl="0"/>
            <a:r>
              <a:rPr lang="ru-RU"/>
              <a:t>Заголовок 03 отображается здесь</a:t>
            </a:r>
          </a:p>
        </p:txBody>
      </p:sp>
      <p:sp>
        <p:nvSpPr>
          <p:cNvPr id="2" name="Номер слайда 1">
            <a:extLst>
              <a:ext uri="{FF2B5EF4-FFF2-40B4-BE49-F238E27FC236}">
                <a16:creationId xmlns:a16="http://schemas.microsoft.com/office/drawing/2014/main" id="{2F478C69-0A1D-45FF-8600-ED903803FFE1}"/>
              </a:ext>
            </a:extLst>
          </p:cNvPr>
          <p:cNvSpPr>
            <a:spLocks noGrp="1"/>
          </p:cNvSpPr>
          <p:nvPr>
            <p:ph type="sldNum" sz="quarter" idx="12"/>
          </p:nvPr>
        </p:nvSpPr>
        <p:spPr/>
        <p:txBody>
          <a:bodyPr rtlCol="0"/>
          <a:lstStyle/>
          <a:p>
            <a:pPr rtl="0"/>
            <a:fld id="{C263D6C4-4840-40CC-AC84-17E24B3B7BDE}" type="slidenum">
              <a:rPr lang="ru-RU" smtClean="0"/>
              <a:pPr/>
              <a:t>7</a:t>
            </a:fld>
            <a:endParaRPr lang="ru-RU"/>
          </a:p>
        </p:txBody>
      </p:sp>
    </p:spTree>
    <p:extLst>
      <p:ext uri="{BB962C8B-B14F-4D97-AF65-F5344CB8AC3E}">
        <p14:creationId xmlns:p14="http://schemas.microsoft.com/office/powerpoint/2010/main" val="451187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315E3981-F0D7-482C-A8E0-6A57700BECA7}"/>
              </a:ext>
            </a:extLst>
          </p:cNvPr>
          <p:cNvSpPr>
            <a:spLocks noGrp="1"/>
          </p:cNvSpPr>
          <p:nvPr>
            <p:ph type="title"/>
          </p:nvPr>
        </p:nvSpPr>
        <p:spPr/>
        <p:txBody>
          <a:bodyPr rtlCol="0"/>
          <a:lstStyle/>
          <a:p>
            <a:pPr rtl="0"/>
            <a:r>
              <a:rPr lang="ru-RU"/>
              <a:t>Заголовок</a:t>
            </a:r>
          </a:p>
        </p:txBody>
      </p:sp>
      <p:pic>
        <p:nvPicPr>
          <p:cNvPr id="8" name="Рисунок 7" descr="Треугольный конструктивный шаблон с аналитикой">
            <a:extLst>
              <a:ext uri="{FF2B5EF4-FFF2-40B4-BE49-F238E27FC236}">
                <a16:creationId xmlns:a16="http://schemas.microsoft.com/office/drawing/2014/main" id="{2301248D-7370-7643-9BE6-F8CDCFF4D460}"/>
              </a:ext>
            </a:extLst>
          </p:cNvPr>
          <p:cNvPicPr>
            <a:picLocks noGrp="1" noChangeAspect="1"/>
          </p:cNvPicPr>
          <p:nvPr>
            <p:ph type="pic" sz="quarter" idx="19"/>
          </p:nvPr>
        </p:nvPicPr>
        <p:blipFill rotWithShape="1">
          <a:blip r:embed="rId3">
            <a:extLst>
              <a:ext uri="{28A0092B-C50C-407E-A947-70E740481C1C}">
                <a14:useLocalDpi xmlns:a14="http://schemas.microsoft.com/office/drawing/2010/main" val="0"/>
              </a:ext>
            </a:extLst>
          </a:blip>
          <a:srcRect/>
          <a:stretch/>
        </p:blipFill>
        <p:spPr>
          <a:xfrm>
            <a:off x="-2" y="1352575"/>
            <a:ext cx="12192002" cy="2289897"/>
          </a:xfrm>
        </p:spPr>
      </p:pic>
      <p:sp>
        <p:nvSpPr>
          <p:cNvPr id="19" name="Текст 18">
            <a:extLst>
              <a:ext uri="{FF2B5EF4-FFF2-40B4-BE49-F238E27FC236}">
                <a16:creationId xmlns:a16="http://schemas.microsoft.com/office/drawing/2014/main" id="{782206B1-586F-4254-9B36-D06C4E294ACF}"/>
              </a:ext>
            </a:extLst>
          </p:cNvPr>
          <p:cNvSpPr>
            <a:spLocks noGrp="1"/>
          </p:cNvSpPr>
          <p:nvPr>
            <p:ph type="body" sz="quarter" idx="18"/>
          </p:nvPr>
        </p:nvSpPr>
        <p:spPr/>
        <p:txBody>
          <a:bodyPr rtlCol="0"/>
          <a:lstStyle/>
          <a:p>
            <a:pPr rtl="0"/>
            <a:r>
              <a:rPr lang="ru-RU"/>
              <a:t>Lorem ipsum dolor sit amet, consectetuer adipiscing elit. Maecenas porttitor congue massa. Fusce posuere, magna sed pulvinar ultricies, purus lectus malesuada libero, sit amet commodo magna eros quis urna. Nunc viverra imperdiet enim. Fusce est. Vivamus a tellus.</a:t>
            </a:r>
          </a:p>
          <a:p>
            <a:pPr rtl="0"/>
            <a:r>
              <a:rPr lang="ru-RU"/>
              <a:t>Pellentesque habitant morbi tristique senectus et netus et malesuada fames ac turpis egestas. Proin pharetra nonummy pede. Mauris et orci.</a:t>
            </a:r>
          </a:p>
        </p:txBody>
      </p:sp>
      <p:sp>
        <p:nvSpPr>
          <p:cNvPr id="2" name="Номер слайда 1">
            <a:extLst>
              <a:ext uri="{FF2B5EF4-FFF2-40B4-BE49-F238E27FC236}">
                <a16:creationId xmlns:a16="http://schemas.microsoft.com/office/drawing/2014/main" id="{FAC2D367-2A6E-41FE-A9EA-24FF17BCAA97}"/>
              </a:ext>
            </a:extLst>
          </p:cNvPr>
          <p:cNvSpPr>
            <a:spLocks noGrp="1"/>
          </p:cNvSpPr>
          <p:nvPr>
            <p:ph type="sldNum" sz="quarter" idx="12"/>
          </p:nvPr>
        </p:nvSpPr>
        <p:spPr/>
        <p:txBody>
          <a:bodyPr rtlCol="0"/>
          <a:lstStyle/>
          <a:p>
            <a:pPr rtl="0"/>
            <a:fld id="{C263D6C4-4840-40CC-AC84-17E24B3B7BDE}" type="slidenum">
              <a:rPr lang="ru-RU" smtClean="0"/>
              <a:pPr/>
              <a:t>8</a:t>
            </a:fld>
            <a:endParaRPr lang="ru-RU"/>
          </a:p>
        </p:txBody>
      </p:sp>
    </p:spTree>
    <p:extLst>
      <p:ext uri="{BB962C8B-B14F-4D97-AF65-F5344CB8AC3E}">
        <p14:creationId xmlns:p14="http://schemas.microsoft.com/office/powerpoint/2010/main" val="663103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4">
            <a:extLst>
              <a:ext uri="{FF2B5EF4-FFF2-40B4-BE49-F238E27FC236}">
                <a16:creationId xmlns:a16="http://schemas.microsoft.com/office/drawing/2014/main" id="{201323FB-427E-4A8D-B473-AB0657D8D23B}"/>
              </a:ext>
            </a:extLst>
          </p:cNvPr>
          <p:cNvSpPr>
            <a:spLocks noGrp="1"/>
          </p:cNvSpPr>
          <p:nvPr>
            <p:ph type="title"/>
          </p:nvPr>
        </p:nvSpPr>
        <p:spPr/>
        <p:txBody>
          <a:bodyPr rtlCol="0"/>
          <a:lstStyle/>
          <a:p>
            <a:pPr rtl="0"/>
            <a:r>
              <a:rPr lang="ru-RU"/>
              <a:t>Таблица</a:t>
            </a:r>
          </a:p>
        </p:txBody>
      </p:sp>
      <p:graphicFrame>
        <p:nvGraphicFramePr>
          <p:cNvPr id="6" name="Таблица 5">
            <a:extLst>
              <a:ext uri="{FF2B5EF4-FFF2-40B4-BE49-F238E27FC236}">
                <a16:creationId xmlns:a16="http://schemas.microsoft.com/office/drawing/2014/main" id="{E8EEB296-8554-4D20-B3B8-C0BBC380A58D}"/>
              </a:ext>
            </a:extLst>
          </p:cNvPr>
          <p:cNvGraphicFramePr>
            <a:graphicFrameLocks noGrp="1"/>
          </p:cNvGraphicFramePr>
          <p:nvPr>
            <p:extLst>
              <p:ext uri="{D42A27DB-BD31-4B8C-83A1-F6EECF244321}">
                <p14:modId xmlns:p14="http://schemas.microsoft.com/office/powerpoint/2010/main" val="3065929992"/>
              </p:ext>
            </p:extLst>
          </p:nvPr>
        </p:nvGraphicFramePr>
        <p:xfrm>
          <a:off x="1130300" y="1856740"/>
          <a:ext cx="9931400" cy="3931920"/>
        </p:xfrm>
        <a:graphic>
          <a:graphicData uri="http://schemas.openxmlformats.org/drawingml/2006/table">
            <a:tbl>
              <a:tblPr firstRow="1" bandRow="1">
                <a:tableStyleId>{5C22544A-7EE6-4342-B048-85BDC9FD1C3A}</a:tableStyleId>
              </a:tblPr>
              <a:tblGrid>
                <a:gridCol w="2482850">
                  <a:extLst>
                    <a:ext uri="{9D8B030D-6E8A-4147-A177-3AD203B41FA5}">
                      <a16:colId xmlns:a16="http://schemas.microsoft.com/office/drawing/2014/main" val="3559833401"/>
                    </a:ext>
                  </a:extLst>
                </a:gridCol>
                <a:gridCol w="2482850">
                  <a:extLst>
                    <a:ext uri="{9D8B030D-6E8A-4147-A177-3AD203B41FA5}">
                      <a16:colId xmlns:a16="http://schemas.microsoft.com/office/drawing/2014/main" val="82523989"/>
                    </a:ext>
                  </a:extLst>
                </a:gridCol>
                <a:gridCol w="2482850">
                  <a:extLst>
                    <a:ext uri="{9D8B030D-6E8A-4147-A177-3AD203B41FA5}">
                      <a16:colId xmlns:a16="http://schemas.microsoft.com/office/drawing/2014/main" val="3211310719"/>
                    </a:ext>
                  </a:extLst>
                </a:gridCol>
                <a:gridCol w="2482850">
                  <a:extLst>
                    <a:ext uri="{9D8B030D-6E8A-4147-A177-3AD203B41FA5}">
                      <a16:colId xmlns:a16="http://schemas.microsoft.com/office/drawing/2014/main" val="4160613981"/>
                    </a:ext>
                  </a:extLst>
                </a:gridCol>
              </a:tblGrid>
              <a:tr h="640080">
                <a:tc>
                  <a:txBody>
                    <a:bodyPr/>
                    <a:lstStyle/>
                    <a:p>
                      <a:pPr algn="ctr" rtl="0"/>
                      <a:r>
                        <a:rPr lang="ru-RU" sz="1600" b="0" noProof="0" dirty="0">
                          <a:latin typeface="+mn-lt"/>
                          <a:cs typeface="Arial" panose="020B0604020202020204" pitchFamily="34" charset="0"/>
                        </a:rPr>
                        <a:t>Заголовок</a:t>
                      </a:r>
                    </a:p>
                  </a:txBody>
                  <a:tcPr anchor="ctr">
                    <a:lnL w="12700" cap="flat" cmpd="sng" algn="ctr">
                      <a:no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38100" cap="flat" cmpd="sng" algn="ctr">
                      <a:solidFill>
                        <a:schemeClr val="accent2">
                          <a:lumMod val="75000"/>
                        </a:schemeClr>
                      </a:solidFill>
                      <a:prstDash val="solid"/>
                      <a:round/>
                      <a:headEnd type="none" w="med" len="med"/>
                      <a:tailEnd type="none" w="med" len="med"/>
                    </a:lnT>
                    <a:lnB w="38100" cap="flat" cmpd="sng" algn="ctr">
                      <a:solidFill>
                        <a:schemeClr val="accent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ru-RU" sz="1600" b="0" noProof="0">
                          <a:latin typeface="+mn-lt"/>
                          <a:cs typeface="Arial" panose="020B0604020202020204" pitchFamily="34" charset="0"/>
                        </a:rPr>
                        <a:t>Заголовок</a:t>
                      </a: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38100" cap="flat" cmpd="sng" algn="ctr">
                      <a:solidFill>
                        <a:schemeClr val="accent2">
                          <a:lumMod val="75000"/>
                        </a:schemeClr>
                      </a:solidFill>
                      <a:prstDash val="solid"/>
                      <a:round/>
                      <a:headEnd type="none" w="med" len="med"/>
                      <a:tailEnd type="none" w="med" len="med"/>
                    </a:lnT>
                    <a:lnB w="38100" cap="flat" cmpd="sng" algn="ctr">
                      <a:solidFill>
                        <a:schemeClr val="accent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ru-RU" sz="1600" b="0" noProof="0">
                          <a:latin typeface="+mn-lt"/>
                          <a:cs typeface="Arial" panose="020B0604020202020204" pitchFamily="34" charset="0"/>
                        </a:rPr>
                        <a:t>Заголовок</a:t>
                      </a: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38100" cap="flat" cmpd="sng" algn="ctr">
                      <a:solidFill>
                        <a:schemeClr val="accent2">
                          <a:lumMod val="75000"/>
                        </a:schemeClr>
                      </a:solidFill>
                      <a:prstDash val="solid"/>
                      <a:round/>
                      <a:headEnd type="none" w="med" len="med"/>
                      <a:tailEnd type="none" w="med" len="med"/>
                    </a:lnT>
                    <a:lnB w="38100" cap="flat" cmpd="sng" algn="ctr">
                      <a:solidFill>
                        <a:schemeClr val="accent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ru-RU" sz="1600" b="0" noProof="0">
                          <a:latin typeface="+mn-lt"/>
                          <a:cs typeface="Arial" panose="020B0604020202020204" pitchFamily="34" charset="0"/>
                        </a:rPr>
                        <a:t>Заголовок</a:t>
                      </a:r>
                    </a:p>
                  </a:txBody>
                  <a:tcPr anchor="ctr">
                    <a:lnL w="12700" cap="flat" cmpd="sng" algn="ctr">
                      <a:solidFill>
                        <a:schemeClr val="accent2">
                          <a:lumMod val="75000"/>
                        </a:schemeClr>
                      </a:solid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accent2">
                          <a:lumMod val="75000"/>
                        </a:schemeClr>
                      </a:solidFill>
                      <a:prstDash val="solid"/>
                      <a:round/>
                      <a:headEnd type="none" w="med" len="med"/>
                      <a:tailEnd type="none" w="med" len="med"/>
                    </a:lnT>
                    <a:lnB w="38100" cap="flat" cmpd="sng" algn="ctr">
                      <a:solidFill>
                        <a:schemeClr val="accent2">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66630617"/>
                  </a:ext>
                </a:extLst>
              </a:tr>
              <a:tr h="548640">
                <a:tc>
                  <a:txBody>
                    <a:bodyPr/>
                    <a:lstStyle/>
                    <a:p>
                      <a:pPr rtl="0"/>
                      <a:endParaRPr lang="ru-RU" sz="1400" noProof="0">
                        <a:latin typeface="+mn-lt"/>
                      </a:endParaRPr>
                    </a:p>
                  </a:txBody>
                  <a:tcPr anchor="ctr">
                    <a:lnL w="38100" cap="flat" cmpd="sng" algn="ctr">
                      <a:no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381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pPr rtl="0"/>
                      <a:endParaRPr lang="ru-RU" sz="1400" noProof="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381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pPr rtl="0"/>
                      <a:endParaRPr lang="ru-RU" sz="1400" noProof="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381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pPr rtl="0"/>
                      <a:endParaRPr lang="ru-RU" sz="1400" noProof="0">
                        <a:latin typeface="+mn-lt"/>
                      </a:endParaRPr>
                    </a:p>
                  </a:txBody>
                  <a:tcPr anchor="ctr">
                    <a:lnL w="12700" cap="flat" cmpd="sng" algn="ctr">
                      <a:solidFill>
                        <a:schemeClr val="accent2">
                          <a:lumMod val="75000"/>
                        </a:schemeClr>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extLst>
                  <a:ext uri="{0D108BD9-81ED-4DB2-BD59-A6C34878D82A}">
                    <a16:rowId xmlns:a16="http://schemas.microsoft.com/office/drawing/2014/main" val="3446274366"/>
                  </a:ext>
                </a:extLst>
              </a:tr>
              <a:tr h="548640">
                <a:tc>
                  <a:txBody>
                    <a:bodyPr/>
                    <a:lstStyle/>
                    <a:p>
                      <a:pPr rtl="0"/>
                      <a:endParaRPr lang="ru-RU" sz="1400" noProof="0">
                        <a:latin typeface="+mn-lt"/>
                      </a:endParaRPr>
                    </a:p>
                  </a:txBody>
                  <a:tcPr anchor="ctr">
                    <a:lnL w="38100" cap="flat" cmpd="sng" algn="ctr">
                      <a:no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pPr rtl="0"/>
                      <a:endParaRPr lang="ru-RU" sz="1400" noProof="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pPr rtl="0"/>
                      <a:endParaRPr lang="ru-RU" sz="1400" noProof="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pPr rtl="0"/>
                      <a:endParaRPr lang="ru-RU" sz="1400" noProof="0">
                        <a:latin typeface="+mn-lt"/>
                      </a:endParaRPr>
                    </a:p>
                  </a:txBody>
                  <a:tcPr anchor="ctr">
                    <a:lnL w="12700" cap="flat" cmpd="sng" algn="ctr">
                      <a:solidFill>
                        <a:schemeClr val="accent2">
                          <a:lumMod val="75000"/>
                        </a:schemeClr>
                      </a:solid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extLst>
                  <a:ext uri="{0D108BD9-81ED-4DB2-BD59-A6C34878D82A}">
                    <a16:rowId xmlns:a16="http://schemas.microsoft.com/office/drawing/2014/main" val="1758271508"/>
                  </a:ext>
                </a:extLst>
              </a:tr>
              <a:tr h="548640">
                <a:tc>
                  <a:txBody>
                    <a:bodyPr/>
                    <a:lstStyle/>
                    <a:p>
                      <a:pPr rtl="0"/>
                      <a:endParaRPr lang="ru-RU" sz="1400" noProof="0">
                        <a:latin typeface="+mn-lt"/>
                      </a:endParaRPr>
                    </a:p>
                  </a:txBody>
                  <a:tcPr anchor="ctr">
                    <a:lnL w="38100" cap="flat" cmpd="sng" algn="ctr">
                      <a:no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pPr rtl="0"/>
                      <a:endParaRPr lang="ru-RU" sz="1400" noProof="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pPr rtl="0"/>
                      <a:endParaRPr lang="ru-RU" sz="1400" noProof="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pPr rtl="0"/>
                      <a:endParaRPr lang="ru-RU" sz="1400" noProof="0">
                        <a:latin typeface="+mn-lt"/>
                      </a:endParaRPr>
                    </a:p>
                  </a:txBody>
                  <a:tcPr anchor="ctr">
                    <a:lnL w="12700" cap="flat" cmpd="sng" algn="ctr">
                      <a:solidFill>
                        <a:schemeClr val="accent2">
                          <a:lumMod val="75000"/>
                        </a:schemeClr>
                      </a:solid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extLst>
                  <a:ext uri="{0D108BD9-81ED-4DB2-BD59-A6C34878D82A}">
                    <a16:rowId xmlns:a16="http://schemas.microsoft.com/office/drawing/2014/main" val="3736384641"/>
                  </a:ext>
                </a:extLst>
              </a:tr>
              <a:tr h="548640">
                <a:tc>
                  <a:txBody>
                    <a:bodyPr/>
                    <a:lstStyle/>
                    <a:p>
                      <a:pPr rtl="0"/>
                      <a:endParaRPr lang="ru-RU" sz="1400" noProof="0">
                        <a:latin typeface="+mn-lt"/>
                      </a:endParaRPr>
                    </a:p>
                  </a:txBody>
                  <a:tcPr anchor="ctr">
                    <a:lnL w="38100" cap="flat" cmpd="sng" algn="ctr">
                      <a:no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pPr rtl="0"/>
                      <a:endParaRPr lang="ru-RU" sz="1400" noProof="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pPr rtl="0"/>
                      <a:endParaRPr lang="ru-RU" sz="1400" noProof="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pPr rtl="0"/>
                      <a:endParaRPr lang="ru-RU" sz="1400" noProof="0">
                        <a:latin typeface="+mn-lt"/>
                      </a:endParaRPr>
                    </a:p>
                  </a:txBody>
                  <a:tcPr anchor="ctr">
                    <a:lnL w="12700" cap="flat" cmpd="sng" algn="ctr">
                      <a:solidFill>
                        <a:schemeClr val="accent2">
                          <a:lumMod val="75000"/>
                        </a:schemeClr>
                      </a:solid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extLst>
                  <a:ext uri="{0D108BD9-81ED-4DB2-BD59-A6C34878D82A}">
                    <a16:rowId xmlns:a16="http://schemas.microsoft.com/office/drawing/2014/main" val="3090935587"/>
                  </a:ext>
                </a:extLst>
              </a:tr>
              <a:tr h="548640">
                <a:tc>
                  <a:txBody>
                    <a:bodyPr/>
                    <a:lstStyle/>
                    <a:p>
                      <a:pPr rtl="0"/>
                      <a:endParaRPr lang="ru-RU" sz="1400" noProof="0">
                        <a:latin typeface="+mn-lt"/>
                      </a:endParaRPr>
                    </a:p>
                  </a:txBody>
                  <a:tcPr anchor="ctr">
                    <a:lnL w="38100" cap="flat" cmpd="sng" algn="ctr">
                      <a:no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pPr rtl="0"/>
                      <a:endParaRPr lang="ru-RU" sz="1400" noProof="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pPr rtl="0"/>
                      <a:endParaRPr lang="ru-RU" sz="1400" noProof="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pPr rtl="0"/>
                      <a:endParaRPr lang="ru-RU" sz="1400" noProof="0">
                        <a:latin typeface="+mn-lt"/>
                      </a:endParaRPr>
                    </a:p>
                  </a:txBody>
                  <a:tcPr anchor="ctr">
                    <a:lnL w="12700" cap="flat" cmpd="sng" algn="ctr">
                      <a:solidFill>
                        <a:schemeClr val="accent2">
                          <a:lumMod val="75000"/>
                        </a:schemeClr>
                      </a:solid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extLst>
                  <a:ext uri="{0D108BD9-81ED-4DB2-BD59-A6C34878D82A}">
                    <a16:rowId xmlns:a16="http://schemas.microsoft.com/office/drawing/2014/main" val="446909641"/>
                  </a:ext>
                </a:extLst>
              </a:tr>
              <a:tr h="548640">
                <a:tc>
                  <a:txBody>
                    <a:bodyPr/>
                    <a:lstStyle/>
                    <a:p>
                      <a:pPr rtl="0"/>
                      <a:endParaRPr lang="ru-RU" sz="1400" noProof="0">
                        <a:latin typeface="+mn-lt"/>
                      </a:endParaRPr>
                    </a:p>
                  </a:txBody>
                  <a:tcPr anchor="ctr">
                    <a:lnL w="38100" cap="flat" cmpd="sng" algn="ctr">
                      <a:no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pPr rtl="0"/>
                      <a:endParaRPr lang="ru-RU" sz="1400" noProof="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pPr rtl="0"/>
                      <a:endParaRPr lang="ru-RU" sz="1400" noProof="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pPr rtl="0"/>
                      <a:endParaRPr lang="ru-RU" sz="1400" noProof="0" dirty="0">
                        <a:latin typeface="+mn-lt"/>
                      </a:endParaRPr>
                    </a:p>
                  </a:txBody>
                  <a:tcPr anchor="ctr">
                    <a:lnL w="12700" cap="flat" cmpd="sng" algn="ctr">
                      <a:solidFill>
                        <a:schemeClr val="accent2">
                          <a:lumMod val="75000"/>
                        </a:schemeClr>
                      </a:solid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extLst>
                  <a:ext uri="{0D108BD9-81ED-4DB2-BD59-A6C34878D82A}">
                    <a16:rowId xmlns:a16="http://schemas.microsoft.com/office/drawing/2014/main" val="3472044516"/>
                  </a:ext>
                </a:extLst>
              </a:tr>
            </a:tbl>
          </a:graphicData>
        </a:graphic>
      </p:graphicFrame>
      <p:sp>
        <p:nvSpPr>
          <p:cNvPr id="2" name="Номер слайда 1">
            <a:extLst>
              <a:ext uri="{FF2B5EF4-FFF2-40B4-BE49-F238E27FC236}">
                <a16:creationId xmlns:a16="http://schemas.microsoft.com/office/drawing/2014/main" id="{E4398C1C-6656-4A73-A680-62A81CDC27FD}"/>
              </a:ext>
            </a:extLst>
          </p:cNvPr>
          <p:cNvSpPr>
            <a:spLocks noGrp="1"/>
          </p:cNvSpPr>
          <p:nvPr>
            <p:ph type="sldNum" sz="quarter" idx="12"/>
          </p:nvPr>
        </p:nvSpPr>
        <p:spPr/>
        <p:txBody>
          <a:bodyPr rtlCol="0"/>
          <a:lstStyle/>
          <a:p>
            <a:pPr rtl="0"/>
            <a:fld id="{C263D6C4-4840-40CC-AC84-17E24B3B7BDE}" type="slidenum">
              <a:rPr lang="ru-RU" smtClean="0"/>
              <a:pPr/>
              <a:t>9</a:t>
            </a:fld>
            <a:endParaRPr lang="ru-RU"/>
          </a:p>
        </p:txBody>
      </p:sp>
    </p:spTree>
    <p:extLst>
      <p:ext uri="{BB962C8B-B14F-4D97-AF65-F5344CB8AC3E}">
        <p14:creationId xmlns:p14="http://schemas.microsoft.com/office/powerpoint/2010/main" val="1065425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4">
            <a:extLst>
              <a:ext uri="{FF2B5EF4-FFF2-40B4-BE49-F238E27FC236}">
                <a16:creationId xmlns:a16="http://schemas.microsoft.com/office/drawing/2014/main" id="{201323FB-427E-4A8D-B473-AB0657D8D23B}"/>
              </a:ext>
            </a:extLst>
          </p:cNvPr>
          <p:cNvSpPr>
            <a:spLocks noGrp="1"/>
          </p:cNvSpPr>
          <p:nvPr>
            <p:ph type="title"/>
          </p:nvPr>
        </p:nvSpPr>
        <p:spPr/>
        <p:txBody>
          <a:bodyPr rtlCol="0"/>
          <a:lstStyle/>
          <a:p>
            <a:pPr rtl="0"/>
            <a:r>
              <a:rPr lang="ru-RU" dirty="0"/>
              <a:t>Диаграмма</a:t>
            </a:r>
          </a:p>
        </p:txBody>
      </p:sp>
      <p:graphicFrame>
        <p:nvGraphicFramePr>
          <p:cNvPr id="8" name="Диаграмма 6" title="Gross Revenue Placeholder Chart">
            <a:extLst>
              <a:ext uri="{FF2B5EF4-FFF2-40B4-BE49-F238E27FC236}">
                <a16:creationId xmlns:a16="http://schemas.microsoft.com/office/drawing/2014/main" id="{CDBB16C9-AACC-4C56-B938-95BF62DDEA11}"/>
              </a:ext>
            </a:extLst>
          </p:cNvPr>
          <p:cNvGraphicFramePr/>
          <p:nvPr>
            <p:extLst>
              <p:ext uri="{D42A27DB-BD31-4B8C-83A1-F6EECF244321}">
                <p14:modId xmlns:p14="http://schemas.microsoft.com/office/powerpoint/2010/main" val="2347075262"/>
              </p:ext>
            </p:extLst>
          </p:nvPr>
        </p:nvGraphicFramePr>
        <p:xfrm>
          <a:off x="1287894" y="1702839"/>
          <a:ext cx="9690100" cy="4444199"/>
        </p:xfrm>
        <a:graphic>
          <a:graphicData uri="http://schemas.openxmlformats.org/drawingml/2006/chart">
            <c:chart xmlns:c="http://schemas.openxmlformats.org/drawingml/2006/chart" xmlns:r="http://schemas.openxmlformats.org/officeDocument/2006/relationships" r:id="rId3"/>
          </a:graphicData>
        </a:graphic>
      </p:graphicFrame>
      <p:sp>
        <p:nvSpPr>
          <p:cNvPr id="2" name="Номер слайда 1">
            <a:extLst>
              <a:ext uri="{FF2B5EF4-FFF2-40B4-BE49-F238E27FC236}">
                <a16:creationId xmlns:a16="http://schemas.microsoft.com/office/drawing/2014/main" id="{E4398C1C-6656-4A73-A680-62A81CDC27FD}"/>
              </a:ext>
            </a:extLst>
          </p:cNvPr>
          <p:cNvSpPr>
            <a:spLocks noGrp="1"/>
          </p:cNvSpPr>
          <p:nvPr>
            <p:ph type="sldNum" sz="quarter" idx="12"/>
          </p:nvPr>
        </p:nvSpPr>
        <p:spPr/>
        <p:txBody>
          <a:bodyPr rtlCol="0"/>
          <a:lstStyle/>
          <a:p>
            <a:pPr rtl="0"/>
            <a:fld id="{C263D6C4-4840-40CC-AC84-17E24B3B7BDE}" type="slidenum">
              <a:rPr lang="ru-RU" smtClean="0"/>
              <a:pPr/>
              <a:t>10</a:t>
            </a:fld>
            <a:endParaRPr lang="ru-RU" dirty="0"/>
          </a:p>
        </p:txBody>
      </p:sp>
    </p:spTree>
    <p:extLst>
      <p:ext uri="{BB962C8B-B14F-4D97-AF65-F5344CB8AC3E}">
        <p14:creationId xmlns:p14="http://schemas.microsoft.com/office/powerpoint/2010/main" val="33223001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Заголовок 5">
            <a:extLst>
              <a:ext uri="{FF2B5EF4-FFF2-40B4-BE49-F238E27FC236}">
                <a16:creationId xmlns:a16="http://schemas.microsoft.com/office/drawing/2014/main" id="{A4CD37D6-FE32-48E3-A3AD-F07BE6A19FA1}"/>
              </a:ext>
            </a:extLst>
          </p:cNvPr>
          <p:cNvSpPr>
            <a:spLocks noGrp="1"/>
          </p:cNvSpPr>
          <p:nvPr>
            <p:ph type="title"/>
          </p:nvPr>
        </p:nvSpPr>
        <p:spPr>
          <a:xfrm>
            <a:off x="533399" y="3200400"/>
            <a:ext cx="7551057" cy="2859313"/>
          </a:xfrm>
        </p:spPr>
        <p:txBody>
          <a:bodyPr rtlCol="0"/>
          <a:lstStyle/>
          <a:p>
            <a:pPr rtl="0"/>
            <a:r>
              <a:rPr lang="ru-RU"/>
              <a:t>Цитата отображается здесь </a:t>
            </a:r>
            <a:br>
              <a:rPr lang="ru-RU"/>
            </a:br>
            <a:r>
              <a:rPr lang="ru-RU"/>
              <a:t>Lorem ipsum dolor sit amet, consectetuer adipiscing elit.” </a:t>
            </a:r>
            <a:br>
              <a:rPr lang="ru-RU"/>
            </a:br>
            <a:r>
              <a:rPr lang="ru-RU" sz="2400"/>
              <a:t>— автор.</a:t>
            </a:r>
            <a:endParaRPr lang="ru-RU"/>
          </a:p>
        </p:txBody>
      </p:sp>
      <p:sp>
        <p:nvSpPr>
          <p:cNvPr id="2" name="Номер слайда 1">
            <a:extLst>
              <a:ext uri="{FF2B5EF4-FFF2-40B4-BE49-F238E27FC236}">
                <a16:creationId xmlns:a16="http://schemas.microsoft.com/office/drawing/2014/main" id="{8EDC7217-2779-44E0-9E6D-3B3879516A1D}"/>
              </a:ext>
            </a:extLst>
          </p:cNvPr>
          <p:cNvSpPr>
            <a:spLocks noGrp="1"/>
          </p:cNvSpPr>
          <p:nvPr>
            <p:ph type="sldNum" sz="quarter" idx="12"/>
          </p:nvPr>
        </p:nvSpPr>
        <p:spPr/>
        <p:txBody>
          <a:bodyPr rtlCol="0"/>
          <a:lstStyle/>
          <a:p>
            <a:pPr rtl="0"/>
            <a:fld id="{C263D6C4-4840-40CC-AC84-17E24B3B7BDE}" type="slidenum">
              <a:rPr lang="ru-RU" smtClean="0"/>
              <a:pPr/>
              <a:t>11</a:t>
            </a:fld>
            <a:endParaRPr lang="ru-RU"/>
          </a:p>
        </p:txBody>
      </p:sp>
    </p:spTree>
    <p:extLst>
      <p:ext uri="{BB962C8B-B14F-4D97-AF65-F5344CB8AC3E}">
        <p14:creationId xmlns:p14="http://schemas.microsoft.com/office/powerpoint/2010/main" val="914134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32BE5BF-9922-45FB-8F3F-4446D40A051B}"/>
              </a:ext>
            </a:extLst>
          </p:cNvPr>
          <p:cNvSpPr>
            <a:spLocks noGrp="1"/>
          </p:cNvSpPr>
          <p:nvPr>
            <p:ph type="ctrTitle"/>
          </p:nvPr>
        </p:nvSpPr>
        <p:spPr/>
        <p:txBody>
          <a:bodyPr rtlCol="0"/>
          <a:lstStyle/>
          <a:p>
            <a:pPr rtl="0"/>
            <a:r>
              <a:rPr lang="ru-RU"/>
              <a:t>Спасибо!</a:t>
            </a:r>
          </a:p>
        </p:txBody>
      </p:sp>
    </p:spTree>
    <p:extLst>
      <p:ext uri="{BB962C8B-B14F-4D97-AF65-F5344CB8AC3E}">
        <p14:creationId xmlns:p14="http://schemas.microsoft.com/office/powerpoint/2010/main" val="429771863"/>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32BE5BF-9922-45FB-8F3F-4446D40A051B}"/>
              </a:ext>
            </a:extLst>
          </p:cNvPr>
          <p:cNvSpPr>
            <a:spLocks noGrp="1"/>
          </p:cNvSpPr>
          <p:nvPr>
            <p:ph type="ctrTitle"/>
          </p:nvPr>
        </p:nvSpPr>
        <p:spPr/>
        <p:txBody>
          <a:bodyPr rtlCol="0"/>
          <a:lstStyle/>
          <a:p>
            <a:pPr rtl="0"/>
            <a:r>
              <a:rPr lang="ru-RU"/>
              <a:t>Спасибо!</a:t>
            </a:r>
          </a:p>
        </p:txBody>
      </p:sp>
    </p:spTree>
    <p:extLst>
      <p:ext uri="{BB962C8B-B14F-4D97-AF65-F5344CB8AC3E}">
        <p14:creationId xmlns:p14="http://schemas.microsoft.com/office/powerpoint/2010/main" val="44069682"/>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E98DCA46-603B-4178-8707-30E192CE6B8D}"/>
              </a:ext>
            </a:extLst>
          </p:cNvPr>
          <p:cNvSpPr>
            <a:spLocks noGrp="1"/>
          </p:cNvSpPr>
          <p:nvPr>
            <p:ph type="title"/>
          </p:nvPr>
        </p:nvSpPr>
        <p:spPr/>
        <p:txBody>
          <a:bodyPr rtlCol="0"/>
          <a:lstStyle/>
          <a:p>
            <a:pPr rtl="0"/>
            <a:r>
              <a:rPr lang="ru-RU"/>
              <a:t>Настройте этот шаблон</a:t>
            </a:r>
          </a:p>
        </p:txBody>
      </p:sp>
      <p:sp>
        <p:nvSpPr>
          <p:cNvPr id="8" name="Надпись 7">
            <a:hlinkClick r:id="rId3"/>
            <a:extLst>
              <a:ext uri="{FF2B5EF4-FFF2-40B4-BE49-F238E27FC236}">
                <a16:creationId xmlns:a16="http://schemas.microsoft.com/office/drawing/2014/main" id="{5FC6C278-4035-446A-A94B-030E792FDDF5}"/>
              </a:ext>
            </a:extLst>
          </p:cNvPr>
          <p:cNvSpPr txBox="1"/>
          <p:nvPr/>
        </p:nvSpPr>
        <p:spPr>
          <a:xfrm>
            <a:off x="1126836" y="2459504"/>
            <a:ext cx="9938328" cy="2862322"/>
          </a:xfrm>
          <a:prstGeom prst="rect">
            <a:avLst/>
          </a:prstGeom>
          <a:noFill/>
        </p:spPr>
        <p:txBody>
          <a:bodyPr wrap="square" rtlCol="0">
            <a:spAutoFit/>
          </a:bodyPr>
          <a:lstStyle/>
          <a:p>
            <a:pPr algn="ctr" rtl="0"/>
            <a:r>
              <a:rPr lang="ru-RU" sz="6000" u="sng" dirty="0">
                <a:solidFill>
                  <a:schemeClr val="bg1"/>
                </a:solidFill>
              </a:rPr>
              <a:t>Инструкции по редактированию шаблона и обратная связь</a:t>
            </a:r>
          </a:p>
        </p:txBody>
      </p:sp>
      <p:sp>
        <p:nvSpPr>
          <p:cNvPr id="2" name="Номер слайда 1">
            <a:extLst>
              <a:ext uri="{FF2B5EF4-FFF2-40B4-BE49-F238E27FC236}">
                <a16:creationId xmlns:a16="http://schemas.microsoft.com/office/drawing/2014/main" id="{6D90B5C6-1CB0-445E-99D1-8E2FE8C59B50}"/>
              </a:ext>
            </a:extLst>
          </p:cNvPr>
          <p:cNvSpPr>
            <a:spLocks noGrp="1"/>
          </p:cNvSpPr>
          <p:nvPr>
            <p:ph type="sldNum" sz="quarter" idx="12"/>
          </p:nvPr>
        </p:nvSpPr>
        <p:spPr/>
        <p:txBody>
          <a:bodyPr rtlCol="0"/>
          <a:lstStyle/>
          <a:p>
            <a:pPr rtl="0"/>
            <a:fld id="{C263D6C4-4840-40CC-AC84-17E24B3B7BDE}" type="slidenum">
              <a:rPr lang="ru-RU" smtClean="0"/>
              <a:pPr/>
              <a:t>14</a:t>
            </a:fld>
            <a:endParaRPr lang="ru-RU"/>
          </a:p>
        </p:txBody>
      </p:sp>
    </p:spTree>
    <p:extLst>
      <p:ext uri="{BB962C8B-B14F-4D97-AF65-F5344CB8AC3E}">
        <p14:creationId xmlns:p14="http://schemas.microsoft.com/office/powerpoint/2010/main" val="59582380"/>
      </p:ext>
    </p:extLst>
  </p:cSld>
  <p:clrMapOvr>
    <a:masterClrMapping/>
  </p:clrMapOvr>
</p:sld>
</file>

<file path=ppt/theme/theme1.xml><?xml version="1.0" encoding="utf-8"?>
<a:theme xmlns:a="http://schemas.openxmlformats.org/drawingml/2006/main" name="Тема Office">
  <a:themeElements>
    <a:clrScheme name="Custom 12">
      <a:dk1>
        <a:srgbClr val="000000"/>
      </a:dk1>
      <a:lt1>
        <a:srgbClr val="FFFFFF"/>
      </a:lt1>
      <a:dk2>
        <a:srgbClr val="6D6E71"/>
      </a:dk2>
      <a:lt2>
        <a:srgbClr val="58595B"/>
      </a:lt2>
      <a:accent1>
        <a:srgbClr val="0065A4"/>
      </a:accent1>
      <a:accent2>
        <a:srgbClr val="47C3D3"/>
      </a:accent2>
      <a:accent3>
        <a:srgbClr val="8F2D63"/>
      </a:accent3>
      <a:accent4>
        <a:srgbClr val="1A6871"/>
      </a:accent4>
      <a:accent5>
        <a:srgbClr val="0C4360"/>
      </a:accent5>
      <a:accent6>
        <a:srgbClr val="F47735"/>
      </a:accent6>
      <a:hlink>
        <a:srgbClr val="00559A"/>
      </a:hlink>
      <a:folHlink>
        <a:srgbClr val="595851"/>
      </a:folHlink>
    </a:clrScheme>
    <a:fontScheme name="Custom 3">
      <a:majorFont>
        <a:latin typeface="Trebuchet MS"/>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30677666_TF66687569" id="{8088A86A-5DE3-4754-A836-2A3C30D038B3}" vid="{7A96DF9F-A41C-4EE8-8C3F-8182B482B139}"/>
    </a:ext>
  </a:extLst>
</a:theme>
</file>

<file path=ppt/theme/theme2.xml><?xml version="1.0" encoding="utf-8"?>
<a:theme xmlns:a="http://schemas.openxmlformats.org/drawingml/2006/main" name="Тема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Тема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DEEA25CC0A0AC24199CDC46C25B8B0BC" ma:contentTypeVersion="10" ma:contentTypeDescription="Create a new document." ma:contentTypeScope="" ma:versionID="e3b47856d4cf355c0dacb39e1084d14f">
  <xsd:schema xmlns:xsd="http://www.w3.org/2001/XMLSchema" xmlns:xs="http://www.w3.org/2001/XMLSchema" xmlns:p="http://schemas.microsoft.com/office/2006/metadata/properties" xmlns:ns1="http://schemas.microsoft.com/sharepoint/v3" xmlns:ns2="6dc4bcd6-49db-4c07-9060-8acfc67cef9f" xmlns:ns3="fb0879af-3eba-417a-a55a-ffe6dcd6ca77" targetNamespace="http://schemas.microsoft.com/office/2006/metadata/properties" ma:root="true" ma:fieldsID="a845a615265fdb1f7b12cc65ac20ecbd" ns1:_="" ns2:_="" ns3:_="">
    <xsd:import namespace="http://schemas.microsoft.com/sharepoint/v3"/>
    <xsd:import namespace="6dc4bcd6-49db-4c07-9060-8acfc67cef9f"/>
    <xsd:import namespace="fb0879af-3eba-417a-a55a-ffe6dcd6ca77"/>
    <xsd:element name="properties">
      <xsd:complexType>
        <xsd:sequence>
          <xsd:element name="documentManagement">
            <xsd:complexType>
              <xsd:all>
                <xsd:element ref="ns2:MediaServiceMetadata" minOccurs="0"/>
                <xsd:element ref="ns2:MediaServiceFastMetadata" minOccurs="0"/>
                <xsd:element ref="ns2:MediaServiceOCR" minOccurs="0"/>
                <xsd:element ref="ns3:SharedWithUsers" minOccurs="0"/>
                <xsd:element ref="ns3:SharedWithDetails" minOccurs="0"/>
                <xsd:element ref="ns3:LastSharedByUser" minOccurs="0"/>
                <xsd:element ref="ns3:LastSharedByTime" minOccurs="0"/>
                <xsd:element ref="ns1:_ip_UnifiedCompliancePolicyProperties" minOccurs="0"/>
                <xsd:element ref="ns1:_ip_UnifiedCompliancePolicyUIAction" minOccurs="0"/>
                <xsd:element ref="ns2:MediaServiceAuto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5" nillable="true" ma:displayName="Unified Compliance Policy Properties" ma:hidden="true" ma:internalName="_ip_UnifiedCompliancePolicyProperties">
      <xsd:simpleType>
        <xsd:restriction base="dms:Note"/>
      </xsd:simpleType>
    </xsd:element>
    <xsd:element name="_ip_UnifiedCompliancePolicyUIAction" ma:index="16"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dc4bcd6-49db-4c07-9060-8acfc67cef9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7" nillable="true" ma:displayName="MediaServiceAutoTags" ma:internalName="MediaServiceAutoTag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b0879af-3eba-417a-a55a-ffe6dcd6ca77"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LastSharedByUser" ma:index="13" nillable="true" ma:displayName="Last Shared By User" ma:hidden="true" ma:internalName="LastSharedByUser" ma:readOnly="true">
      <xsd:simpleType>
        <xsd:restriction base="dms:Note"/>
      </xsd:simpleType>
    </xsd:element>
    <xsd:element name="LastSharedByTime" ma:index="14" nillable="true" ma:displayName="Last Shared By Time" ma:hidden="true" ma:internalName="LastSharedByTime" ma:readOnly="true">
      <xsd:simpleType>
        <xsd:restriction base="dms:DateTim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8992231-163D-4428-A2B8-DA1FE0274129}">
  <ds:schemaRefs>
    <ds:schemaRef ds:uri="http://purl.org/dc/terms/"/>
    <ds:schemaRef ds:uri="6dc4bcd6-49db-4c07-9060-8acfc67cef9f"/>
    <ds:schemaRef ds:uri="http://schemas.microsoft.com/office/infopath/2007/PartnerControls"/>
    <ds:schemaRef ds:uri="http://schemas.microsoft.com/office/2006/documentManagement/types"/>
    <ds:schemaRef ds:uri="http://purl.org/dc/elements/1.1/"/>
    <ds:schemaRef ds:uri="http://purl.org/dc/dcmitype/"/>
    <ds:schemaRef ds:uri="http://schemas.openxmlformats.org/package/2006/metadata/core-properties"/>
    <ds:schemaRef ds:uri="fb0879af-3eba-417a-a55a-ffe6dcd6ca77"/>
    <ds:schemaRef ds:uri="http://schemas.microsoft.com/sharepoint/v3"/>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8A95DE24-D6C3-4A00-9085-D9594C193AE1}">
  <ds:schemaRefs>
    <ds:schemaRef ds:uri="http://schemas.microsoft.com/sharepoint/v3/contenttype/forms"/>
  </ds:schemaRefs>
</ds:datastoreItem>
</file>

<file path=customXml/itemProps3.xml><?xml version="1.0" encoding="utf-8"?>
<ds:datastoreItem xmlns:ds="http://schemas.openxmlformats.org/officeDocument/2006/customXml" ds:itemID="{6B67ACAB-C3DC-429D-A23C-0723C084FEE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6dc4bcd6-49db-4c07-9060-8acfc67cef9f"/>
    <ds:schemaRef ds:uri="fb0879af-3eba-417a-a55a-ffe6dcd6ca7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Современная презентация (синее оформление)</Template>
  <TotalTime>0</TotalTime>
  <Words>389</Words>
  <Application>Microsoft Office PowerPoint</Application>
  <PresentationFormat>Широкоэкранный</PresentationFormat>
  <Paragraphs>66</Paragraphs>
  <Slides>14</Slides>
  <Notes>14</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14</vt:i4>
      </vt:variant>
    </vt:vector>
  </HeadingPairs>
  <TitlesOfParts>
    <vt:vector size="20" baseType="lpstr">
      <vt:lpstr>Arial</vt:lpstr>
      <vt:lpstr>Calibri</vt:lpstr>
      <vt:lpstr>Tahoma</vt:lpstr>
      <vt:lpstr>Trade Gothic LT Pro</vt:lpstr>
      <vt:lpstr>Trebuchet MS</vt:lpstr>
      <vt:lpstr>Тема Office</vt:lpstr>
      <vt:lpstr>Заголовок</vt:lpstr>
      <vt:lpstr>Заголовок раздела 01</vt:lpstr>
      <vt:lpstr>Заголовок раздела 02</vt:lpstr>
      <vt:lpstr>Заголовок</vt:lpstr>
      <vt:lpstr>Заголовок</vt:lpstr>
      <vt:lpstr>Заголовок</vt:lpstr>
      <vt:lpstr>Заголовок</vt:lpstr>
      <vt:lpstr>Заголовок</vt:lpstr>
      <vt:lpstr>Таблица</vt:lpstr>
      <vt:lpstr>Диаграмма</vt:lpstr>
      <vt:lpstr>Цитата отображается здесь  Lorem ipsum dolor sit amet, consectetuer adipiscing elit.”  — автор.</vt:lpstr>
      <vt:lpstr>Спасибо!</vt:lpstr>
      <vt:lpstr>Спасибо!</vt:lpstr>
      <vt:lpstr>Настройте этот шаблон</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2025-11-29T16:02:20Z</dcterms:created>
  <dcterms:modified xsi:type="dcterms:W3CDTF">2025-11-29T16:02:56Z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0x010100DEEA25CC0A0AC24199CDC46C25B8B0BC</vt:lpwstr>
  </property>
</Properties>
</file>